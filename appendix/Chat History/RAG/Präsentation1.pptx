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
  </p:notesMasterIdLst>
  <p:sldIdLst>
    <p:sldId id="257" r:id="rId2"/>
    <p:sldId id="263" r:id="rId3"/>
    <p:sldId id="264" r:id="rId4"/>
    <p:sldId id="265" r:id="rId5"/>
  </p:sldIdLst>
  <p:sldSz cx="7099300" cy="99441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32" userDrawn="1">
          <p15:clr>
            <a:srgbClr val="A4A3A4"/>
          </p15:clr>
        </p15:guide>
        <p15:guide id="2" pos="42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264999-9436-A640-9E94-EEABDE5689E4}" v="4" dt="2025-09-17T06:45:11.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20"/>
    <p:restoredTop sz="94801"/>
  </p:normalViewPr>
  <p:slideViewPr>
    <p:cSldViewPr snapToGrid="0">
      <p:cViewPr>
        <p:scale>
          <a:sx n="143" d="100"/>
          <a:sy n="143" d="100"/>
        </p:scale>
        <p:origin x="3912" y="288"/>
      </p:cViewPr>
      <p:guideLst>
        <p:guide orient="horz" pos="3132"/>
        <p:guide pos="42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ra-Aida Jopp" userId="a9e2f407ef8155ce" providerId="LiveId" clId="{EB93BFB5-76CE-54F8-BED3-523D13B8C2DE}"/>
    <pc:docChg chg="undo custSel addSld delSld modSld">
      <pc:chgData name="Lara-Aida Jopp" userId="a9e2f407ef8155ce" providerId="LiveId" clId="{EB93BFB5-76CE-54F8-BED3-523D13B8C2DE}" dt="2025-09-24T08:02:22.431" v="652" actId="20577"/>
      <pc:docMkLst>
        <pc:docMk/>
      </pc:docMkLst>
      <pc:sldChg chg="addSp delSp modSp mod">
        <pc:chgData name="Lara-Aida Jopp" userId="a9e2f407ef8155ce" providerId="LiveId" clId="{EB93BFB5-76CE-54F8-BED3-523D13B8C2DE}" dt="2025-09-24T08:01:32.898" v="632" actId="20577"/>
        <pc:sldMkLst>
          <pc:docMk/>
          <pc:sldMk cId="2992061806" sldId="257"/>
        </pc:sldMkLst>
        <pc:spChg chg="mod">
          <ac:chgData name="Lara-Aida Jopp" userId="a9e2f407ef8155ce" providerId="LiveId" clId="{EB93BFB5-76CE-54F8-BED3-523D13B8C2DE}" dt="2025-09-17T05:55:48.109" v="373" actId="14100"/>
          <ac:spMkLst>
            <pc:docMk/>
            <pc:sldMk cId="2992061806" sldId="257"/>
            <ac:spMk id="10" creationId="{55AEF08B-1CC2-BFA3-B26A-30A15CF458EC}"/>
          </ac:spMkLst>
        </pc:spChg>
        <pc:spChg chg="mod">
          <ac:chgData name="Lara-Aida Jopp" userId="a9e2f407ef8155ce" providerId="LiveId" clId="{EB93BFB5-76CE-54F8-BED3-523D13B8C2DE}" dt="2025-09-24T08:01:32.898" v="632" actId="20577"/>
          <ac:spMkLst>
            <pc:docMk/>
            <pc:sldMk cId="2992061806" sldId="257"/>
            <ac:spMk id="13" creationId="{7D7AE346-B049-D9B0-970D-81601FC441FF}"/>
          </ac:spMkLst>
        </pc:spChg>
        <pc:picChg chg="add del mod">
          <ac:chgData name="Lara-Aida Jopp" userId="a9e2f407ef8155ce" providerId="LiveId" clId="{EB93BFB5-76CE-54F8-BED3-523D13B8C2DE}" dt="2025-09-17T05:54:51.535" v="338" actId="554"/>
          <ac:picMkLst>
            <pc:docMk/>
            <pc:sldMk cId="2992061806" sldId="257"/>
            <ac:picMk id="6" creationId="{FC298291-2732-CC8E-F6A8-B3502A8CC2A4}"/>
          </ac:picMkLst>
        </pc:picChg>
        <pc:picChg chg="add mod">
          <ac:chgData name="Lara-Aida Jopp" userId="a9e2f407ef8155ce" providerId="LiveId" clId="{EB93BFB5-76CE-54F8-BED3-523D13B8C2DE}" dt="2025-09-17T05:55:43.746" v="372" actId="1038"/>
          <ac:picMkLst>
            <pc:docMk/>
            <pc:sldMk cId="2992061806" sldId="257"/>
            <ac:picMk id="41" creationId="{584DB557-ECFC-DCE6-4C4B-7826D54A37F2}"/>
          </ac:picMkLst>
        </pc:picChg>
      </pc:sldChg>
      <pc:sldChg chg="del">
        <pc:chgData name="Lara-Aida Jopp" userId="a9e2f407ef8155ce" providerId="LiveId" clId="{EB93BFB5-76CE-54F8-BED3-523D13B8C2DE}" dt="2025-09-17T05:51:54.285" v="271" actId="2696"/>
        <pc:sldMkLst>
          <pc:docMk/>
          <pc:sldMk cId="4050965621" sldId="258"/>
        </pc:sldMkLst>
      </pc:sldChg>
      <pc:sldChg chg="add del">
        <pc:chgData name="Lara-Aida Jopp" userId="a9e2f407ef8155ce" providerId="LiveId" clId="{EB93BFB5-76CE-54F8-BED3-523D13B8C2DE}" dt="2025-09-17T05:51:50.401" v="268" actId="2696"/>
        <pc:sldMkLst>
          <pc:docMk/>
          <pc:sldMk cId="490972954" sldId="259"/>
        </pc:sldMkLst>
      </pc:sldChg>
      <pc:sldChg chg="add del">
        <pc:chgData name="Lara-Aida Jopp" userId="a9e2f407ef8155ce" providerId="LiveId" clId="{EB93BFB5-76CE-54F8-BED3-523D13B8C2DE}" dt="2025-09-17T05:55:55.370" v="377" actId="2696"/>
        <pc:sldMkLst>
          <pc:docMk/>
          <pc:sldMk cId="2143284321" sldId="260"/>
        </pc:sldMkLst>
      </pc:sldChg>
      <pc:sldChg chg="add del">
        <pc:chgData name="Lara-Aida Jopp" userId="a9e2f407ef8155ce" providerId="LiveId" clId="{EB93BFB5-76CE-54F8-BED3-523D13B8C2DE}" dt="2025-09-17T05:55:58.383" v="379" actId="2696"/>
        <pc:sldMkLst>
          <pc:docMk/>
          <pc:sldMk cId="939138068" sldId="261"/>
        </pc:sldMkLst>
      </pc:sldChg>
      <pc:sldChg chg="add del">
        <pc:chgData name="Lara-Aida Jopp" userId="a9e2f407ef8155ce" providerId="LiveId" clId="{EB93BFB5-76CE-54F8-BED3-523D13B8C2DE}" dt="2025-09-17T05:55:57.336" v="378" actId="2696"/>
        <pc:sldMkLst>
          <pc:docMk/>
          <pc:sldMk cId="3996373559" sldId="262"/>
        </pc:sldMkLst>
      </pc:sldChg>
      <pc:sldChg chg="delSp modSp add mod">
        <pc:chgData name="Lara-Aida Jopp" userId="a9e2f407ef8155ce" providerId="LiveId" clId="{EB93BFB5-76CE-54F8-BED3-523D13B8C2DE}" dt="2025-09-24T08:02:22.431" v="652" actId="20577"/>
        <pc:sldMkLst>
          <pc:docMk/>
          <pc:sldMk cId="917805571" sldId="263"/>
        </pc:sldMkLst>
        <pc:spChg chg="mod">
          <ac:chgData name="Lara-Aida Jopp" userId="a9e2f407ef8155ce" providerId="LiveId" clId="{EB93BFB5-76CE-54F8-BED3-523D13B8C2DE}" dt="2025-09-17T05:56:58.436" v="384" actId="20577"/>
          <ac:spMkLst>
            <pc:docMk/>
            <pc:sldMk cId="917805571" sldId="263"/>
            <ac:spMk id="10" creationId="{1D904180-D2C5-021A-8984-8121EEC6911E}"/>
          </ac:spMkLst>
        </pc:spChg>
        <pc:spChg chg="mod">
          <ac:chgData name="Lara-Aida Jopp" userId="a9e2f407ef8155ce" providerId="LiveId" clId="{EB93BFB5-76CE-54F8-BED3-523D13B8C2DE}" dt="2025-09-24T08:02:22.431" v="652" actId="20577"/>
          <ac:spMkLst>
            <pc:docMk/>
            <pc:sldMk cId="917805571" sldId="263"/>
            <ac:spMk id="13" creationId="{E99301C1-4124-3CA0-F752-42991C63B771}"/>
          </ac:spMkLst>
        </pc:spChg>
      </pc:sldChg>
      <pc:sldChg chg="delSp modSp add mod">
        <pc:chgData name="Lara-Aida Jopp" userId="a9e2f407ef8155ce" providerId="LiveId" clId="{EB93BFB5-76CE-54F8-BED3-523D13B8C2DE}" dt="2025-09-17T06:44:59.047" v="611" actId="14100"/>
        <pc:sldMkLst>
          <pc:docMk/>
          <pc:sldMk cId="3698667368" sldId="264"/>
        </pc:sldMkLst>
        <pc:spChg chg="mod">
          <ac:chgData name="Lara-Aida Jopp" userId="a9e2f407ef8155ce" providerId="LiveId" clId="{EB93BFB5-76CE-54F8-BED3-523D13B8C2DE}" dt="2025-09-17T06:00:04.900" v="455" actId="20577"/>
          <ac:spMkLst>
            <pc:docMk/>
            <pc:sldMk cId="3698667368" sldId="264"/>
            <ac:spMk id="10" creationId="{3E47E7C5-830C-BB0C-FDEB-FAECB4B9C3F2}"/>
          </ac:spMkLst>
        </pc:spChg>
        <pc:spChg chg="mod">
          <ac:chgData name="Lara-Aida Jopp" userId="a9e2f407ef8155ce" providerId="LiveId" clId="{EB93BFB5-76CE-54F8-BED3-523D13B8C2DE}" dt="2025-09-17T06:44:59.047" v="611" actId="14100"/>
          <ac:spMkLst>
            <pc:docMk/>
            <pc:sldMk cId="3698667368" sldId="264"/>
            <ac:spMk id="13" creationId="{3C3A8DF0-283C-6078-F3E0-E90C1874910A}"/>
          </ac:spMkLst>
        </pc:spChg>
      </pc:sldChg>
      <pc:sldChg chg="delSp modSp add mod">
        <pc:chgData name="Lara-Aida Jopp" userId="a9e2f407ef8155ce" providerId="LiveId" clId="{EB93BFB5-76CE-54F8-BED3-523D13B8C2DE}" dt="2025-09-17T06:46:23.916" v="631" actId="14100"/>
        <pc:sldMkLst>
          <pc:docMk/>
          <pc:sldMk cId="3595537991" sldId="265"/>
        </pc:sldMkLst>
        <pc:spChg chg="mod">
          <ac:chgData name="Lara-Aida Jopp" userId="a9e2f407ef8155ce" providerId="LiveId" clId="{EB93BFB5-76CE-54F8-BED3-523D13B8C2DE}" dt="2025-09-17T06:01:10.750" v="472" actId="20577"/>
          <ac:spMkLst>
            <pc:docMk/>
            <pc:sldMk cId="3595537991" sldId="265"/>
            <ac:spMk id="10" creationId="{BEF574B0-AF18-70E5-4503-02AAFD212846}"/>
          </ac:spMkLst>
        </pc:spChg>
        <pc:spChg chg="mod">
          <ac:chgData name="Lara-Aida Jopp" userId="a9e2f407ef8155ce" providerId="LiveId" clId="{EB93BFB5-76CE-54F8-BED3-523D13B8C2DE}" dt="2025-09-17T06:46:23.916" v="631" actId="14100"/>
          <ac:spMkLst>
            <pc:docMk/>
            <pc:sldMk cId="3595537991" sldId="265"/>
            <ac:spMk id="13" creationId="{D3218632-999D-820F-BD4F-156719C0BC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FF8D5-07AF-794C-9522-33845F359C19}" type="datetimeFigureOut">
              <a:t>24.09.25</a:t>
            </a:fld>
            <a:endParaRPr lang="en-US"/>
          </a:p>
        </p:txBody>
      </p:sp>
      <p:sp>
        <p:nvSpPr>
          <p:cNvPr id="4" name="Folienbildplatzhalt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135201-C292-6C48-9F4C-F5283A0EF994}" type="slidenum">
              <a:t>‹Nr.›</a:t>
            </a:fld>
            <a:endParaRPr lang="en-US"/>
          </a:p>
        </p:txBody>
      </p:sp>
    </p:spTree>
    <p:extLst>
      <p:ext uri="{BB962C8B-B14F-4D97-AF65-F5344CB8AC3E}">
        <p14:creationId xmlns:p14="http://schemas.microsoft.com/office/powerpoint/2010/main" val="409326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68135201-C292-6C48-9F4C-F5283A0EF994}" type="slidenum">
              <a:t>1</a:t>
            </a:fld>
            <a:endParaRPr lang="en-US"/>
          </a:p>
        </p:txBody>
      </p:sp>
    </p:spTree>
    <p:extLst>
      <p:ext uri="{BB962C8B-B14F-4D97-AF65-F5344CB8AC3E}">
        <p14:creationId xmlns:p14="http://schemas.microsoft.com/office/powerpoint/2010/main" val="356729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EF08A-C3DB-B9AB-C0A5-52EF4855E4B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CF0034-6D2C-973D-8B40-B64E68A826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85CA55C-57E3-4132-9C5E-744CC8BEC0DC}"/>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C3510DE3-B660-BCB9-BE08-0210A698BADF}"/>
              </a:ext>
            </a:extLst>
          </p:cNvPr>
          <p:cNvSpPr>
            <a:spLocks noGrp="1"/>
          </p:cNvSpPr>
          <p:nvPr>
            <p:ph type="sldNum" sz="quarter" idx="5"/>
          </p:nvPr>
        </p:nvSpPr>
        <p:spPr/>
        <p:txBody>
          <a:bodyPr/>
          <a:lstStyle/>
          <a:p>
            <a:fld id="{68135201-C292-6C48-9F4C-F5283A0EF994}" type="slidenum">
              <a:t>2</a:t>
            </a:fld>
            <a:endParaRPr lang="en-US"/>
          </a:p>
        </p:txBody>
      </p:sp>
    </p:spTree>
    <p:extLst>
      <p:ext uri="{BB962C8B-B14F-4D97-AF65-F5344CB8AC3E}">
        <p14:creationId xmlns:p14="http://schemas.microsoft.com/office/powerpoint/2010/main" val="2136861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F630D-9BEB-BDCF-7522-EDAEF6FBC6D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00BDA1-3EF2-B083-011F-98C6107BE7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F797D28-61B6-37D2-6957-CC0813FE035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8DD00A87-D4DD-47E7-D6D9-12D636F62EC2}"/>
              </a:ext>
            </a:extLst>
          </p:cNvPr>
          <p:cNvSpPr>
            <a:spLocks noGrp="1"/>
          </p:cNvSpPr>
          <p:nvPr>
            <p:ph type="sldNum" sz="quarter" idx="5"/>
          </p:nvPr>
        </p:nvSpPr>
        <p:spPr/>
        <p:txBody>
          <a:bodyPr/>
          <a:lstStyle/>
          <a:p>
            <a:fld id="{68135201-C292-6C48-9F4C-F5283A0EF994}" type="slidenum">
              <a:t>3</a:t>
            </a:fld>
            <a:endParaRPr lang="en-US"/>
          </a:p>
        </p:txBody>
      </p:sp>
    </p:spTree>
    <p:extLst>
      <p:ext uri="{BB962C8B-B14F-4D97-AF65-F5344CB8AC3E}">
        <p14:creationId xmlns:p14="http://schemas.microsoft.com/office/powerpoint/2010/main" val="3530200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1353-87C0-E5A4-7BCD-2A757978215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5D4DD3-91CE-A324-DE02-72D7FA9555D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4178E35-44FC-AC5E-6E99-7E3B99A929F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BF32C5F2-33BF-8097-C62D-9C4AFA08EEF5}"/>
              </a:ext>
            </a:extLst>
          </p:cNvPr>
          <p:cNvSpPr>
            <a:spLocks noGrp="1"/>
          </p:cNvSpPr>
          <p:nvPr>
            <p:ph type="sldNum" sz="quarter" idx="5"/>
          </p:nvPr>
        </p:nvSpPr>
        <p:spPr/>
        <p:txBody>
          <a:bodyPr/>
          <a:lstStyle/>
          <a:p>
            <a:fld id="{68135201-C292-6C48-9F4C-F5283A0EF994}" type="slidenum">
              <a:t>4</a:t>
            </a:fld>
            <a:endParaRPr lang="en-US"/>
          </a:p>
        </p:txBody>
      </p:sp>
    </p:spTree>
    <p:extLst>
      <p:ext uri="{BB962C8B-B14F-4D97-AF65-F5344CB8AC3E}">
        <p14:creationId xmlns:p14="http://schemas.microsoft.com/office/powerpoint/2010/main" val="1939216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32448" y="1627426"/>
            <a:ext cx="6034405" cy="3462020"/>
          </a:xfrm>
        </p:spPr>
        <p:txBody>
          <a:bodyPr anchor="b"/>
          <a:lstStyle>
            <a:lvl1pPr algn="ctr">
              <a:defRPr sz="4658"/>
            </a:lvl1pPr>
          </a:lstStyle>
          <a:p>
            <a:r>
              <a:rPr lang="de-DE" dirty="0"/>
              <a:t>Mastertitelformat bearbeiten</a:t>
            </a:r>
            <a:endParaRPr lang="en-US" dirty="0"/>
          </a:p>
        </p:txBody>
      </p:sp>
      <p:sp>
        <p:nvSpPr>
          <p:cNvPr id="3" name="Subtitle 2"/>
          <p:cNvSpPr>
            <a:spLocks noGrp="1"/>
          </p:cNvSpPr>
          <p:nvPr>
            <p:ph type="subTitle" idx="1"/>
          </p:nvPr>
        </p:nvSpPr>
        <p:spPr>
          <a:xfrm>
            <a:off x="887413" y="5222955"/>
            <a:ext cx="5324475" cy="2400855"/>
          </a:xfrm>
        </p:spPr>
        <p:txBody>
          <a:bodyPr/>
          <a:lstStyle>
            <a:lvl1pPr marL="0" indent="0" algn="ctr">
              <a:buNone/>
              <a:defRPr sz="1863"/>
            </a:lvl1pPr>
            <a:lvl2pPr marL="354970" indent="0" algn="ctr">
              <a:buNone/>
              <a:defRPr sz="1553"/>
            </a:lvl2pPr>
            <a:lvl3pPr marL="709940" indent="0" algn="ctr">
              <a:buNone/>
              <a:defRPr sz="1398"/>
            </a:lvl3pPr>
            <a:lvl4pPr marL="1064910" indent="0" algn="ctr">
              <a:buNone/>
              <a:defRPr sz="1242"/>
            </a:lvl4pPr>
            <a:lvl5pPr marL="1419880" indent="0" algn="ctr">
              <a:buNone/>
              <a:defRPr sz="1242"/>
            </a:lvl5pPr>
            <a:lvl6pPr marL="1774850" indent="0" algn="ctr">
              <a:buNone/>
              <a:defRPr sz="1242"/>
            </a:lvl6pPr>
            <a:lvl7pPr marL="2129820" indent="0" algn="ctr">
              <a:buNone/>
              <a:defRPr sz="1242"/>
            </a:lvl7pPr>
            <a:lvl8pPr marL="2484791" indent="0" algn="ctr">
              <a:buNone/>
              <a:defRPr sz="1242"/>
            </a:lvl8pPr>
            <a:lvl9pPr marL="2839761" indent="0" algn="ctr">
              <a:buNone/>
              <a:defRPr sz="1242"/>
            </a:lvl9pPr>
          </a:lstStyle>
          <a:p>
            <a:r>
              <a:rPr lang="de-DE" dirty="0"/>
              <a:t>Master-Untertitelformat bearbeiten</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952226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idx="1"/>
          </p:nvPr>
        </p:nvSpPr>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756024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4380" y="2479122"/>
            <a:ext cx="6123146" cy="4136469"/>
          </a:xfrm>
        </p:spPr>
        <p:txBody>
          <a:bodyPr anchor="b"/>
          <a:lstStyle>
            <a:lvl1pPr>
              <a:defRPr sz="4658"/>
            </a:lvl1pPr>
          </a:lstStyle>
          <a:p>
            <a:r>
              <a:rPr lang="de-DE" dirty="0"/>
              <a:t>Mastertitelformat bearbeiten</a:t>
            </a:r>
            <a:endParaRPr lang="en-US" dirty="0"/>
          </a:p>
        </p:txBody>
      </p:sp>
      <p:sp>
        <p:nvSpPr>
          <p:cNvPr id="3" name="Text Placeholder 2"/>
          <p:cNvSpPr>
            <a:spLocks noGrp="1"/>
          </p:cNvSpPr>
          <p:nvPr>
            <p:ph type="body" idx="1"/>
          </p:nvPr>
        </p:nvSpPr>
        <p:spPr>
          <a:xfrm>
            <a:off x="484380" y="6654724"/>
            <a:ext cx="6123146" cy="2175271"/>
          </a:xfrm>
        </p:spPr>
        <p:txBody>
          <a:bodyPr/>
          <a:lstStyle>
            <a:lvl1pPr marL="0" indent="0">
              <a:buNone/>
              <a:defRPr sz="1863">
                <a:solidFill>
                  <a:schemeClr val="tx1">
                    <a:tint val="82000"/>
                  </a:schemeClr>
                </a:solidFill>
              </a:defRPr>
            </a:lvl1pPr>
            <a:lvl2pPr marL="354970" indent="0">
              <a:buNone/>
              <a:defRPr sz="1553">
                <a:solidFill>
                  <a:schemeClr val="tx1">
                    <a:tint val="82000"/>
                  </a:schemeClr>
                </a:solidFill>
              </a:defRPr>
            </a:lvl2pPr>
            <a:lvl3pPr marL="709940" indent="0">
              <a:buNone/>
              <a:defRPr sz="1398">
                <a:solidFill>
                  <a:schemeClr val="tx1">
                    <a:tint val="82000"/>
                  </a:schemeClr>
                </a:solidFill>
              </a:defRPr>
            </a:lvl3pPr>
            <a:lvl4pPr marL="1064910" indent="0">
              <a:buNone/>
              <a:defRPr sz="1242">
                <a:solidFill>
                  <a:schemeClr val="tx1">
                    <a:tint val="82000"/>
                  </a:schemeClr>
                </a:solidFill>
              </a:defRPr>
            </a:lvl4pPr>
            <a:lvl5pPr marL="1419880" indent="0">
              <a:buNone/>
              <a:defRPr sz="1242">
                <a:solidFill>
                  <a:schemeClr val="tx1">
                    <a:tint val="82000"/>
                  </a:schemeClr>
                </a:solidFill>
              </a:defRPr>
            </a:lvl5pPr>
            <a:lvl6pPr marL="1774850" indent="0">
              <a:buNone/>
              <a:defRPr sz="1242">
                <a:solidFill>
                  <a:schemeClr val="tx1">
                    <a:tint val="82000"/>
                  </a:schemeClr>
                </a:solidFill>
              </a:defRPr>
            </a:lvl6pPr>
            <a:lvl7pPr marL="2129820" indent="0">
              <a:buNone/>
              <a:defRPr sz="1242">
                <a:solidFill>
                  <a:schemeClr val="tx1">
                    <a:tint val="82000"/>
                  </a:schemeClr>
                </a:solidFill>
              </a:defRPr>
            </a:lvl7pPr>
            <a:lvl8pPr marL="2484791" indent="0">
              <a:buNone/>
              <a:defRPr sz="1242">
                <a:solidFill>
                  <a:schemeClr val="tx1">
                    <a:tint val="82000"/>
                  </a:schemeClr>
                </a:solidFill>
              </a:defRPr>
            </a:lvl8pPr>
            <a:lvl9pPr marL="2839761" indent="0">
              <a:buNone/>
              <a:defRPr sz="1242">
                <a:solidFill>
                  <a:schemeClr val="tx1">
                    <a:tint val="82000"/>
                  </a:schemeClr>
                </a:solidFill>
              </a:defRPr>
            </a:lvl9pPr>
          </a:lstStyle>
          <a:p>
            <a:pPr lvl="0"/>
            <a:r>
              <a:rPr lang="de-DE" dirty="0"/>
              <a:t>Mastertextformat bearbeiten</a:t>
            </a:r>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16197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sz="half" idx="1"/>
          </p:nvPr>
        </p:nvSpPr>
        <p:spPr>
          <a:xfrm>
            <a:off x="488077"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Content Placeholder 3"/>
          <p:cNvSpPr>
            <a:spLocks noGrp="1"/>
          </p:cNvSpPr>
          <p:nvPr>
            <p:ph sz="half" idx="2"/>
          </p:nvPr>
        </p:nvSpPr>
        <p:spPr>
          <a:xfrm>
            <a:off x="3594020"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Date Placeholder 4"/>
          <p:cNvSpPr>
            <a:spLocks noGrp="1"/>
          </p:cNvSpPr>
          <p:nvPr>
            <p:ph type="dt" sz="half" idx="10"/>
          </p:nvPr>
        </p:nvSpPr>
        <p:spPr/>
        <p:txBody>
          <a:bodyPr/>
          <a:lstStyle/>
          <a:p>
            <a:fld id="{B6988924-A2AB-D743-97C9-919496A5C2C4}" type="datetimeFigureOut">
              <a:t>24.09.25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257752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89002" y="529434"/>
            <a:ext cx="6123146" cy="1922066"/>
          </a:xfrm>
        </p:spPr>
        <p:txBody>
          <a:bodyPr/>
          <a:lstStyle/>
          <a:p>
            <a:r>
              <a:rPr lang="de-DE" dirty="0"/>
              <a:t>Mastertitelformat bearbeiten</a:t>
            </a:r>
            <a:endParaRPr lang="en-US" dirty="0"/>
          </a:p>
        </p:txBody>
      </p:sp>
      <p:sp>
        <p:nvSpPr>
          <p:cNvPr id="3" name="Text Placeholder 2"/>
          <p:cNvSpPr>
            <a:spLocks noGrp="1"/>
          </p:cNvSpPr>
          <p:nvPr>
            <p:ph type="body" idx="1"/>
          </p:nvPr>
        </p:nvSpPr>
        <p:spPr>
          <a:xfrm>
            <a:off x="489002" y="2437687"/>
            <a:ext cx="3003336"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4" name="Content Placeholder 3"/>
          <p:cNvSpPr>
            <a:spLocks noGrp="1"/>
          </p:cNvSpPr>
          <p:nvPr>
            <p:ph sz="half" idx="2"/>
          </p:nvPr>
        </p:nvSpPr>
        <p:spPr>
          <a:xfrm>
            <a:off x="489002" y="3632359"/>
            <a:ext cx="3003336"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Text Placeholder 4"/>
          <p:cNvSpPr>
            <a:spLocks noGrp="1"/>
          </p:cNvSpPr>
          <p:nvPr>
            <p:ph type="body" sz="quarter" idx="3"/>
          </p:nvPr>
        </p:nvSpPr>
        <p:spPr>
          <a:xfrm>
            <a:off x="3594021" y="2437687"/>
            <a:ext cx="3018127"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6" name="Content Placeholder 5"/>
          <p:cNvSpPr>
            <a:spLocks noGrp="1"/>
          </p:cNvSpPr>
          <p:nvPr>
            <p:ph sz="quarter" idx="4"/>
          </p:nvPr>
        </p:nvSpPr>
        <p:spPr>
          <a:xfrm>
            <a:off x="3594021" y="3632359"/>
            <a:ext cx="3018127"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7" name="Date Placeholder 6"/>
          <p:cNvSpPr>
            <a:spLocks noGrp="1"/>
          </p:cNvSpPr>
          <p:nvPr>
            <p:ph type="dt" sz="half" idx="10"/>
          </p:nvPr>
        </p:nvSpPr>
        <p:spPr/>
        <p:txBody>
          <a:bodyPr/>
          <a:lstStyle/>
          <a:p>
            <a:fld id="{B6988924-A2AB-D743-97C9-919496A5C2C4}" type="datetimeFigureOut">
              <a:t>24.09.25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140031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Date Placeholder 2"/>
          <p:cNvSpPr>
            <a:spLocks noGrp="1"/>
          </p:cNvSpPr>
          <p:nvPr>
            <p:ph type="dt" sz="half" idx="10"/>
          </p:nvPr>
        </p:nvSpPr>
        <p:spPr/>
        <p:txBody>
          <a:bodyPr/>
          <a:lstStyle/>
          <a:p>
            <a:fld id="{B6988924-A2AB-D743-97C9-919496A5C2C4}" type="datetimeFigureOut">
              <a:t>24.09.25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404998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988924-A2AB-D743-97C9-919496A5C2C4}" type="datetimeFigureOut">
              <a:t>24.09.25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448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Content Placeholder 2"/>
          <p:cNvSpPr>
            <a:spLocks noGrp="1"/>
          </p:cNvSpPr>
          <p:nvPr>
            <p:ph idx="1"/>
          </p:nvPr>
        </p:nvSpPr>
        <p:spPr>
          <a:xfrm>
            <a:off x="3018127" y="1431769"/>
            <a:ext cx="3594021" cy="7066756"/>
          </a:xfrm>
        </p:spPr>
        <p:txBody>
          <a:bodyPr/>
          <a:lstStyle>
            <a:lvl1pPr>
              <a:defRPr sz="2484"/>
            </a:lvl1pPr>
            <a:lvl2pPr>
              <a:defRPr sz="2174"/>
            </a:lvl2pPr>
            <a:lvl3pPr>
              <a:defRPr sz="1863"/>
            </a:lvl3pPr>
            <a:lvl4pPr>
              <a:defRPr sz="1553"/>
            </a:lvl4pPr>
            <a:lvl5pPr>
              <a:defRPr sz="1553"/>
            </a:lvl5pPr>
            <a:lvl6pPr>
              <a:defRPr sz="1553"/>
            </a:lvl6pPr>
            <a:lvl7pPr>
              <a:defRPr sz="1553"/>
            </a:lvl7pPr>
            <a:lvl8pPr>
              <a:defRPr sz="1553"/>
            </a:lvl8pPr>
            <a:lvl9pPr>
              <a:defRPr sz="1553"/>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24.09.25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8201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Picture Placeholder 2"/>
          <p:cNvSpPr>
            <a:spLocks noGrp="1" noChangeAspect="1"/>
          </p:cNvSpPr>
          <p:nvPr>
            <p:ph type="pic" idx="1"/>
          </p:nvPr>
        </p:nvSpPr>
        <p:spPr>
          <a:xfrm>
            <a:off x="3018127" y="1431769"/>
            <a:ext cx="3594021" cy="7066756"/>
          </a:xfrm>
        </p:spPr>
        <p:txBody>
          <a:bodyPr anchor="t"/>
          <a:lstStyle>
            <a:lvl1pPr marL="0" indent="0">
              <a:buNone/>
              <a:defRPr sz="2484"/>
            </a:lvl1pPr>
            <a:lvl2pPr marL="354970" indent="0">
              <a:buNone/>
              <a:defRPr sz="2174"/>
            </a:lvl2pPr>
            <a:lvl3pPr marL="709940" indent="0">
              <a:buNone/>
              <a:defRPr sz="1863"/>
            </a:lvl3pPr>
            <a:lvl4pPr marL="1064910" indent="0">
              <a:buNone/>
              <a:defRPr sz="1553"/>
            </a:lvl4pPr>
            <a:lvl5pPr marL="1419880" indent="0">
              <a:buNone/>
              <a:defRPr sz="1553"/>
            </a:lvl5pPr>
            <a:lvl6pPr marL="1774850" indent="0">
              <a:buNone/>
              <a:defRPr sz="1553"/>
            </a:lvl6pPr>
            <a:lvl7pPr marL="2129820" indent="0">
              <a:buNone/>
              <a:defRPr sz="1553"/>
            </a:lvl7pPr>
            <a:lvl8pPr marL="2484791" indent="0">
              <a:buNone/>
              <a:defRPr sz="1553"/>
            </a:lvl8pPr>
            <a:lvl9pPr marL="2839761" indent="0">
              <a:buNone/>
              <a:defRPr sz="1553"/>
            </a:lvl9pPr>
          </a:lstStyle>
          <a:p>
            <a:r>
              <a:rPr lang="de-DE" dirty="0"/>
              <a:t>Bild durch Klicken auf Symbol hinzufügen</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24.09.25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85665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567750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80437" y="529431"/>
            <a:ext cx="1530787" cy="8427165"/>
          </a:xfrm>
        </p:spPr>
        <p:txBody>
          <a:bodyPr vert="eaVert"/>
          <a:lstStyle/>
          <a:p>
            <a:r>
              <a:rPr lang="de-DE" dirty="0"/>
              <a:t>Mastertitelformat bearbeiten</a:t>
            </a:r>
            <a:endParaRPr lang="en-US" dirty="0"/>
          </a:p>
        </p:txBody>
      </p:sp>
      <p:sp>
        <p:nvSpPr>
          <p:cNvPr id="3" name="Vertical Text Placeholder 2"/>
          <p:cNvSpPr>
            <a:spLocks noGrp="1"/>
          </p:cNvSpPr>
          <p:nvPr>
            <p:ph type="body" orient="vert" idx="1"/>
          </p:nvPr>
        </p:nvSpPr>
        <p:spPr>
          <a:xfrm>
            <a:off x="488077" y="529431"/>
            <a:ext cx="4503618" cy="8427165"/>
          </a:xfrm>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24.09.25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09768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077" y="529434"/>
            <a:ext cx="6123146" cy="1922066"/>
          </a:xfrm>
          <a:prstGeom prst="rect">
            <a:avLst/>
          </a:prstGeom>
        </p:spPr>
        <p:txBody>
          <a:bodyPr vert="horz" lIns="91440" tIns="45720" rIns="91440" bIns="45720" rtlCol="0" anchor="ctr">
            <a:normAutofit/>
          </a:bodyPr>
          <a:lstStyle/>
          <a:p>
            <a:r>
              <a:rPr lang="de-DE" dirty="0"/>
              <a:t>Mastertitelformat bearbeiten</a:t>
            </a:r>
            <a:endParaRPr lang="en-US" dirty="0"/>
          </a:p>
        </p:txBody>
      </p:sp>
      <p:sp>
        <p:nvSpPr>
          <p:cNvPr id="3" name="Text Placeholder 2"/>
          <p:cNvSpPr>
            <a:spLocks noGrp="1"/>
          </p:cNvSpPr>
          <p:nvPr>
            <p:ph type="body" idx="1"/>
          </p:nvPr>
        </p:nvSpPr>
        <p:spPr>
          <a:xfrm>
            <a:off x="488077" y="2647156"/>
            <a:ext cx="6123146" cy="6309440"/>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488077" y="9216710"/>
            <a:ext cx="1597343" cy="529431"/>
          </a:xfrm>
          <a:prstGeom prst="rect">
            <a:avLst/>
          </a:prstGeom>
        </p:spPr>
        <p:txBody>
          <a:bodyPr vert="horz" lIns="91440" tIns="45720" rIns="91440" bIns="45720" rtlCol="0" anchor="ctr"/>
          <a:lstStyle>
            <a:lvl1pPr algn="l">
              <a:defRPr sz="932">
                <a:solidFill>
                  <a:schemeClr val="tx1">
                    <a:tint val="82000"/>
                  </a:schemeClr>
                </a:solidFill>
              </a:defRPr>
            </a:lvl1pPr>
          </a:lstStyle>
          <a:p>
            <a:fld id="{B6988924-A2AB-D743-97C9-919496A5C2C4}" type="datetimeFigureOut">
              <a:t>24.09.25</a:t>
            </a:fld>
            <a:endParaRPr lang="en-US"/>
          </a:p>
        </p:txBody>
      </p:sp>
      <p:sp>
        <p:nvSpPr>
          <p:cNvPr id="5" name="Footer Placeholder 4"/>
          <p:cNvSpPr>
            <a:spLocks noGrp="1"/>
          </p:cNvSpPr>
          <p:nvPr>
            <p:ph type="ftr" sz="quarter" idx="3"/>
          </p:nvPr>
        </p:nvSpPr>
        <p:spPr>
          <a:xfrm>
            <a:off x="2351643" y="9216710"/>
            <a:ext cx="2396014" cy="529431"/>
          </a:xfrm>
          <a:prstGeom prst="rect">
            <a:avLst/>
          </a:prstGeom>
        </p:spPr>
        <p:txBody>
          <a:bodyPr vert="horz" lIns="91440" tIns="45720" rIns="91440" bIns="45720" rtlCol="0" anchor="ctr"/>
          <a:lstStyle>
            <a:lvl1pPr algn="ctr">
              <a:defRPr sz="93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013880" y="9216710"/>
            <a:ext cx="1597343" cy="529431"/>
          </a:xfrm>
          <a:prstGeom prst="rect">
            <a:avLst/>
          </a:prstGeom>
        </p:spPr>
        <p:txBody>
          <a:bodyPr vert="horz" lIns="91440" tIns="45720" rIns="91440" bIns="45720" rtlCol="0" anchor="ctr"/>
          <a:lstStyle>
            <a:lvl1pPr algn="r">
              <a:defRPr sz="932">
                <a:solidFill>
                  <a:schemeClr val="tx1">
                    <a:tint val="82000"/>
                  </a:schemeClr>
                </a:solidFill>
              </a:defRPr>
            </a:lvl1pPr>
          </a:lstStyle>
          <a:p>
            <a:fld id="{1ECFCD7E-C6C9-5841-859C-7F45A0868531}" type="slidenum">
              <a:t>‹Nr.›</a:t>
            </a:fld>
            <a:endParaRPr lang="en-US"/>
          </a:p>
        </p:txBody>
      </p:sp>
    </p:spTree>
    <p:extLst>
      <p:ext uri="{BB962C8B-B14F-4D97-AF65-F5344CB8AC3E}">
        <p14:creationId xmlns:p14="http://schemas.microsoft.com/office/powerpoint/2010/main" val="15004413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09940" rtl="0" eaLnBrk="1" latinLnBrk="0" hangingPunct="1">
        <a:lnSpc>
          <a:spcPct val="90000"/>
        </a:lnSpc>
        <a:spcBef>
          <a:spcPct val="0"/>
        </a:spcBef>
        <a:buNone/>
        <a:defRPr sz="3416" kern="1200">
          <a:solidFill>
            <a:schemeClr val="tx1"/>
          </a:solidFill>
          <a:latin typeface="+mj-lt"/>
          <a:ea typeface="+mj-ea"/>
          <a:cs typeface="+mj-cs"/>
        </a:defRPr>
      </a:lvl1pPr>
    </p:titleStyle>
    <p:bodyStyle>
      <a:lvl1pPr marL="177485" indent="-177485" algn="l" defTabSz="709940" rtl="0" eaLnBrk="1" latinLnBrk="0" hangingPunct="1">
        <a:lnSpc>
          <a:spcPct val="90000"/>
        </a:lnSpc>
        <a:spcBef>
          <a:spcPts val="776"/>
        </a:spcBef>
        <a:buFont typeface="Arial" panose="020B0604020202020204" pitchFamily="34" charset="0"/>
        <a:buChar char="•"/>
        <a:defRPr sz="2174" kern="1200">
          <a:solidFill>
            <a:schemeClr val="tx1"/>
          </a:solidFill>
          <a:latin typeface="+mn-lt"/>
          <a:ea typeface="+mn-ea"/>
          <a:cs typeface="+mn-cs"/>
        </a:defRPr>
      </a:lvl1pPr>
      <a:lvl2pPr marL="532455" indent="-177485" algn="l" defTabSz="709940" rtl="0" eaLnBrk="1" latinLnBrk="0" hangingPunct="1">
        <a:lnSpc>
          <a:spcPct val="90000"/>
        </a:lnSpc>
        <a:spcBef>
          <a:spcPts val="388"/>
        </a:spcBef>
        <a:buFont typeface="Arial" panose="020B0604020202020204" pitchFamily="34" charset="0"/>
        <a:buChar char="•"/>
        <a:defRPr sz="1863" kern="1200">
          <a:solidFill>
            <a:schemeClr val="tx1"/>
          </a:solidFill>
          <a:latin typeface="+mn-lt"/>
          <a:ea typeface="+mn-ea"/>
          <a:cs typeface="+mn-cs"/>
        </a:defRPr>
      </a:lvl2pPr>
      <a:lvl3pPr marL="887425" indent="-177485" algn="l" defTabSz="709940" rtl="0" eaLnBrk="1" latinLnBrk="0" hangingPunct="1">
        <a:lnSpc>
          <a:spcPct val="90000"/>
        </a:lnSpc>
        <a:spcBef>
          <a:spcPts val="388"/>
        </a:spcBef>
        <a:buFont typeface="Arial" panose="020B0604020202020204" pitchFamily="34" charset="0"/>
        <a:buChar char="•"/>
        <a:defRPr sz="1553" kern="1200">
          <a:solidFill>
            <a:schemeClr val="tx1"/>
          </a:solidFill>
          <a:latin typeface="+mn-lt"/>
          <a:ea typeface="+mn-ea"/>
          <a:cs typeface="+mn-cs"/>
        </a:defRPr>
      </a:lvl3pPr>
      <a:lvl4pPr marL="124239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4pPr>
      <a:lvl5pPr marL="159736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5pPr>
      <a:lvl6pPr marL="195233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6pPr>
      <a:lvl7pPr marL="230730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7pPr>
      <a:lvl8pPr marL="266227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8pPr>
      <a:lvl9pPr marL="301724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9pPr>
    </p:bodyStyle>
    <p:otherStyle>
      <a:defPPr>
        <a:defRPr lang="en-US"/>
      </a:defPPr>
      <a:lvl1pPr marL="0" algn="l" defTabSz="709940" rtl="0" eaLnBrk="1" latinLnBrk="0" hangingPunct="1">
        <a:defRPr sz="1398" kern="1200">
          <a:solidFill>
            <a:schemeClr val="tx1"/>
          </a:solidFill>
          <a:latin typeface="+mn-lt"/>
          <a:ea typeface="+mn-ea"/>
          <a:cs typeface="+mn-cs"/>
        </a:defRPr>
      </a:lvl1pPr>
      <a:lvl2pPr marL="354970" algn="l" defTabSz="709940" rtl="0" eaLnBrk="1" latinLnBrk="0" hangingPunct="1">
        <a:defRPr sz="1398" kern="1200">
          <a:solidFill>
            <a:schemeClr val="tx1"/>
          </a:solidFill>
          <a:latin typeface="+mn-lt"/>
          <a:ea typeface="+mn-ea"/>
          <a:cs typeface="+mn-cs"/>
        </a:defRPr>
      </a:lvl2pPr>
      <a:lvl3pPr marL="709940" algn="l" defTabSz="709940" rtl="0" eaLnBrk="1" latinLnBrk="0" hangingPunct="1">
        <a:defRPr sz="1398" kern="1200">
          <a:solidFill>
            <a:schemeClr val="tx1"/>
          </a:solidFill>
          <a:latin typeface="+mn-lt"/>
          <a:ea typeface="+mn-ea"/>
          <a:cs typeface="+mn-cs"/>
        </a:defRPr>
      </a:lvl3pPr>
      <a:lvl4pPr marL="1064910" algn="l" defTabSz="709940" rtl="0" eaLnBrk="1" latinLnBrk="0" hangingPunct="1">
        <a:defRPr sz="1398" kern="1200">
          <a:solidFill>
            <a:schemeClr val="tx1"/>
          </a:solidFill>
          <a:latin typeface="+mn-lt"/>
          <a:ea typeface="+mn-ea"/>
          <a:cs typeface="+mn-cs"/>
        </a:defRPr>
      </a:lvl4pPr>
      <a:lvl5pPr marL="1419880" algn="l" defTabSz="709940" rtl="0" eaLnBrk="1" latinLnBrk="0" hangingPunct="1">
        <a:defRPr sz="1398" kern="1200">
          <a:solidFill>
            <a:schemeClr val="tx1"/>
          </a:solidFill>
          <a:latin typeface="+mn-lt"/>
          <a:ea typeface="+mn-ea"/>
          <a:cs typeface="+mn-cs"/>
        </a:defRPr>
      </a:lvl5pPr>
      <a:lvl6pPr marL="1774850" algn="l" defTabSz="709940" rtl="0" eaLnBrk="1" latinLnBrk="0" hangingPunct="1">
        <a:defRPr sz="1398" kern="1200">
          <a:solidFill>
            <a:schemeClr val="tx1"/>
          </a:solidFill>
          <a:latin typeface="+mn-lt"/>
          <a:ea typeface="+mn-ea"/>
          <a:cs typeface="+mn-cs"/>
        </a:defRPr>
      </a:lvl6pPr>
      <a:lvl7pPr marL="2129820" algn="l" defTabSz="709940" rtl="0" eaLnBrk="1" latinLnBrk="0" hangingPunct="1">
        <a:defRPr sz="1398" kern="1200">
          <a:solidFill>
            <a:schemeClr val="tx1"/>
          </a:solidFill>
          <a:latin typeface="+mn-lt"/>
          <a:ea typeface="+mn-ea"/>
          <a:cs typeface="+mn-cs"/>
        </a:defRPr>
      </a:lvl7pPr>
      <a:lvl8pPr marL="2484791" algn="l" defTabSz="709940" rtl="0" eaLnBrk="1" latinLnBrk="0" hangingPunct="1">
        <a:defRPr sz="1398" kern="1200">
          <a:solidFill>
            <a:schemeClr val="tx1"/>
          </a:solidFill>
          <a:latin typeface="+mn-lt"/>
          <a:ea typeface="+mn-ea"/>
          <a:cs typeface="+mn-cs"/>
        </a:defRPr>
      </a:lvl8pPr>
      <a:lvl9pPr marL="2839761" algn="l" defTabSz="709940" rtl="0" eaLnBrk="1" latinLnBrk="0" hangingPunct="1">
        <a:defRPr sz="13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dbpedia.org/resource/Eastern_Front_(World_War_II)" TargetMode="External"/><Relationship Id="rId5" Type="http://schemas.openxmlformats.org/officeDocument/2006/relationships/hyperlink" Target="http://dbpedia.org/resource/World_War_II" TargetMode="Externa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hyperlink" Target="http://dbpedia.org/resource/Axis_power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dbpedia.org/page/Allies_of_World_War_II" TargetMode="External"/><Relationship Id="rId5" Type="http://schemas.openxmlformats.org/officeDocument/2006/relationships/hyperlink" Target="http://dbpedia.org/resource/World_War_II" TargetMode="External"/><Relationship Id="rId4" Type="http://schemas.openxmlformats.org/officeDocument/2006/relationships/image" Target="../media/image2.svg"/><Relationship Id="rId9"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hyperlink" Target="http://dbpedia.org/resource/Hetalia:_Axis_Power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dbpedia.org/resource/Collaboration_with_the_Axis_powers" TargetMode="External"/><Relationship Id="rId5" Type="http://schemas.openxmlformats.org/officeDocument/2006/relationships/hyperlink" Target="http://dbpedia.org/resource/Axis_powers" TargetMode="External"/><Relationship Id="rId4" Type="http://schemas.openxmlformats.org/officeDocument/2006/relationships/image" Target="../media/image2.svg"/><Relationship Id="rId9"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hyperlink" Target="http://dbpedia.org/resource/Western_Front_(World_War_II)"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dbpedia.org/resource/Eastern_Front_(World_War_II)" TargetMode="External"/><Relationship Id="rId5" Type="http://schemas.openxmlformats.org/officeDocument/2006/relationships/hyperlink" Target="http://dbpedia.org/resource/Nazi_Germany" TargetMode="External"/><Relationship Id="rId4" Type="http://schemas.openxmlformats.org/officeDocument/2006/relationships/image" Target="../media/image2.svg"/><Relationship Id="rId9"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298291-2732-CC8E-F6A8-B3502A8CC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55AEF08B-1CC2-BFA3-B26A-30A15CF458EC}"/>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Beschreibe die wichtigsten Ereignisse, die zum Zweiten Weltkrieg führten. </a:t>
            </a:r>
          </a:p>
        </p:txBody>
      </p:sp>
      <p:sp>
        <p:nvSpPr>
          <p:cNvPr id="13" name="Rechteckige Legende 12">
            <a:extLst>
              <a:ext uri="{FF2B5EF4-FFF2-40B4-BE49-F238E27FC236}">
                <a16:creationId xmlns:a16="http://schemas.microsoft.com/office/drawing/2014/main" id="{7D7AE346-B049-D9B0-970D-81601FC441FF}"/>
              </a:ext>
            </a:extLst>
          </p:cNvPr>
          <p:cNvSpPr/>
          <p:nvPr/>
        </p:nvSpPr>
        <p:spPr>
          <a:xfrm>
            <a:off x="1052622" y="827275"/>
            <a:ext cx="5077337" cy="5786176"/>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Zu den wichtigsten Ereignissen, die zum Zweiten Weltkrieg führten, gehören:</a:t>
            </a:r>
          </a:p>
          <a:p>
            <a:endParaRPr lang="de-DE" sz="1200">
              <a:solidFill>
                <a:schemeClr val="tx1"/>
              </a:solidFill>
            </a:endParaRPr>
          </a:p>
          <a:p>
            <a:pPr marL="171450" lvl="0" indent="-171450">
              <a:buFont typeface="Arial" panose="020B0604020202020204" pitchFamily="34" charset="0"/>
              <a:buChar char="•"/>
            </a:pPr>
            <a:r>
              <a:rPr lang="de-DE" sz="1200">
                <a:solidFill>
                  <a:schemeClr val="tx1"/>
                </a:solidFill>
              </a:rPr>
              <a:t>Der Aufstieg des Faschismus in Europa und die zunehmenden Spannungen nach dem Ersten Weltkrieg trugen zum Ausbruch des Krieges bei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Der Überfall Nazideutschlands auf Polen am 1. September 1939 gilt allgemein als Beginn des Zweiten Weltkriegs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Der Molotow–Ribbentrop-Pakt vom August 1939 zwischen Deutschland und der Sowjetunion, der die Teilung Polens und Einflusszonen in Osteuropa vorsah, bereitete eine Grundlage für den Konflikt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Die anschließenden Eroberungen Deutschlands und die Kontrolle über weite Teile Kontinentaleuropas sowie die Bildung des Achsenbündnisses mit Italien und Japan verschärften den Konflikt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Der seit 1937 andauernde Krieg Japans gegen China und der Angriff auf Pearl Harbor im Dezember 1941 führten zum Kriegseintritt der Vereinigten Staaten und weiteten den Konflikt global aus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pPr lvl="0"/>
            <a:endParaRPr lang="de-DE" sz="1200">
              <a:solidFill>
                <a:schemeClr val="tx1"/>
              </a:solidFill>
            </a:endParaRPr>
          </a:p>
          <a:p>
            <a:r>
              <a:rPr lang="de-DE" sz="1200">
                <a:solidFill>
                  <a:schemeClr val="tx1"/>
                </a:solidFill>
              </a:rPr>
              <a:t>Diese Ereignisse, kombiniert mit dem Scheitern diplomatischer Bemühungen und den aggressiven expansionistischen Herangehensweisen der Achsenmächte, führten zu dem globalen Konflikt, der als Zweiter Weltkrieg bekannt ist.</a:t>
            </a:r>
          </a:p>
          <a:p>
            <a:endParaRPr lang="de-DE" sz="1200">
              <a:solidFill>
                <a:schemeClr val="tx1"/>
              </a:solidFill>
            </a:endParaRPr>
          </a:p>
          <a:p>
            <a:r>
              <a:rPr lang="de-DE" sz="1200">
                <a:solidFill>
                  <a:schemeClr val="tx1"/>
                </a:solidFill>
              </a:rPr>
              <a:t>Weitere Links:</a:t>
            </a:r>
          </a:p>
          <a:p>
            <a:pPr marL="171450" lvl="0" indent="-171450">
              <a:buFont typeface="Arial" panose="020B0604020202020204" pitchFamily="34" charset="0"/>
              <a:buChar char="•"/>
            </a:pPr>
            <a:r>
              <a:rPr lang="de-DE" sz="1200">
                <a:solidFill>
                  <a:schemeClr val="tx1"/>
                </a:solidFill>
              </a:rPr>
              <a:t>Zweiter Weltkrieg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Ostfront (Zweiter Weltkrieg) (</a:t>
            </a:r>
            <a:r>
              <a:rPr lang="de-DE" sz="1200">
                <a:solidFill>
                  <a:schemeClr val="accent4"/>
                </a:solidFill>
                <a:hlinkClick r:id="rId6">
                  <a:extLst>
                    <a:ext uri="{A12FA001-AC4F-418D-AE19-62706E023703}">
                      <ahyp:hlinkClr xmlns:ahyp="http://schemas.microsoft.com/office/drawing/2018/hyperlinkcolor" val="tx"/>
                    </a:ext>
                  </a:extLst>
                </a:hlinkClick>
              </a:rPr>
              <a:t>http://dbpedia.org/resource/Eastern_Front_(World_War_II)</a:t>
            </a:r>
            <a:r>
              <a:rPr lang="de-DE" sz="1200">
                <a:solidFill>
                  <a:schemeClr val="tx1"/>
                </a:solidFill>
              </a:rPr>
              <a:t>)</a:t>
            </a:r>
          </a:p>
        </p:txBody>
      </p:sp>
      <p:pic>
        <p:nvPicPr>
          <p:cNvPr id="41" name="Grafik 40" descr="Roboter mit einfarbiger Füllung">
            <a:extLst>
              <a:ext uri="{FF2B5EF4-FFF2-40B4-BE49-F238E27FC236}">
                <a16:creationId xmlns:a16="http://schemas.microsoft.com/office/drawing/2014/main" id="{584DB557-ECFC-DCE6-4C4B-7826D54A37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299206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E12E-CF87-0E61-DE2C-EBEFE84F4838}"/>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0BBAFDC2-EBB3-82E7-B34D-175D8723BB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1D904180-D2C5-021A-8984-8121EEC6911E}"/>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Wer waren die Kriegsparteien, und </a:t>
            </a:r>
            <a:br>
              <a:rPr lang="en-US" sz="1200">
                <a:solidFill>
                  <a:schemeClr val="tx1"/>
                </a:solidFill>
              </a:rPr>
            </a:br>
            <a:r>
              <a:rPr lang="en-US" sz="1200">
                <a:solidFill>
                  <a:schemeClr val="tx1"/>
                </a:solidFill>
              </a:rPr>
              <a:t>welche Motive hatten sie für den Kriegseintritt?</a:t>
            </a:r>
          </a:p>
        </p:txBody>
      </p:sp>
      <p:sp>
        <p:nvSpPr>
          <p:cNvPr id="13" name="Rechteckige Legende 12">
            <a:extLst>
              <a:ext uri="{FF2B5EF4-FFF2-40B4-BE49-F238E27FC236}">
                <a16:creationId xmlns:a16="http://schemas.microsoft.com/office/drawing/2014/main" id="{E99301C1-4124-3CA0-F752-42991C63B771}"/>
              </a:ext>
            </a:extLst>
          </p:cNvPr>
          <p:cNvSpPr/>
          <p:nvPr/>
        </p:nvSpPr>
        <p:spPr>
          <a:xfrm>
            <a:off x="1052622" y="827273"/>
            <a:ext cx="5077337" cy="7795731"/>
          </a:xfrm>
          <a:prstGeom prst="wedgeRectCallout">
            <a:avLst>
              <a:gd name="adj1" fmla="val -55210"/>
              <a:gd name="adj2" fmla="val -45766"/>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Die Kriegsparteien im Zweiten Weltkrieg wurden in erster Linie in zwei gegnerische Militärbündnisse unterteilt: die Alliierten und die Achsenmächte. Zu den Alliierten gehörten unter anderem das Vereinigte Königreich, die Sowjetunion, die Vereinigten Staaten und China. Die Achsenmächte bestanden hauptsächlich aus Deutschland, Italien und Japan.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endParaRPr lang="de-DE" sz="1200">
              <a:solidFill>
                <a:schemeClr val="tx1"/>
              </a:solidFill>
            </a:endParaRPr>
          </a:p>
          <a:p>
            <a:r>
              <a:rPr lang="de-DE" sz="1200">
                <a:solidFill>
                  <a:schemeClr val="tx1"/>
                </a:solidFill>
              </a:rPr>
              <a:t>Die Motive für den Kriegseintritt variierten zwischen den Parteien:</a:t>
            </a:r>
          </a:p>
          <a:p>
            <a:endParaRPr lang="de-DE" sz="1200">
              <a:solidFill>
                <a:schemeClr val="tx1"/>
              </a:solidFill>
            </a:endParaRPr>
          </a:p>
          <a:p>
            <a:pPr marL="171450" lvl="0" indent="-171450">
              <a:buFont typeface="Arial" panose="020B0604020202020204" pitchFamily="34" charset="0"/>
              <a:buChar char="•"/>
            </a:pPr>
            <a:r>
              <a:rPr lang="de-DE" sz="1200">
                <a:solidFill>
                  <a:schemeClr val="tx1"/>
                </a:solidFill>
              </a:rPr>
              <a:t>Deutschland unter Adolf Hitler strebte territoriale Expansion und die Rücknahme des Versailler Vertrags an, mit dem Ziel, die Vorherrschaft in Europa zu etablieren.</a:t>
            </a:r>
          </a:p>
          <a:p>
            <a:pPr marL="171450" lvl="0" indent="-171450">
              <a:buFont typeface="Arial" panose="020B0604020202020204" pitchFamily="34" charset="0"/>
              <a:buChar char="•"/>
            </a:pPr>
            <a:r>
              <a:rPr lang="de-DE" sz="1200">
                <a:solidFill>
                  <a:schemeClr val="tx1"/>
                </a:solidFill>
              </a:rPr>
              <a:t>Italien unter Benito Mussolini verfolgte das Ziel, ein neues Römisches Reich zu schaffen.</a:t>
            </a:r>
          </a:p>
          <a:p>
            <a:pPr marL="171450" lvl="0" indent="-171450">
              <a:buFont typeface="Arial" panose="020B0604020202020204" pitchFamily="34" charset="0"/>
              <a:buChar char="•"/>
            </a:pPr>
            <a:r>
              <a:rPr lang="de-DE" sz="1200">
                <a:solidFill>
                  <a:schemeClr val="tx1"/>
                </a:solidFill>
              </a:rPr>
              <a:t>Japan wollte Asien und den Pazifik dominieren, Ressourcen sichern und regionale Kontrolle erlangen.</a:t>
            </a:r>
          </a:p>
          <a:p>
            <a:pPr marL="171450" lvl="0" indent="-171450">
              <a:buFont typeface="Arial" panose="020B0604020202020204" pitchFamily="34" charset="0"/>
              <a:buChar char="•"/>
            </a:pPr>
            <a:r>
              <a:rPr lang="de-DE" sz="1200">
                <a:solidFill>
                  <a:schemeClr val="tx1"/>
                </a:solidFill>
              </a:rPr>
              <a:t>Das Vereinigte Königreich und Frankreich erklärten Deutschland nach dessen Überfall auf Polen den Krieg – motiviert durch die Verteidigung der Souveränität und der Ablehnung von Aggression.</a:t>
            </a:r>
          </a:p>
          <a:p>
            <a:pPr marL="171450" lvl="0" indent="-171450">
              <a:buFont typeface="Arial" panose="020B0604020202020204" pitchFamily="34" charset="0"/>
              <a:buChar char="•"/>
            </a:pPr>
            <a:r>
              <a:rPr lang="de-DE" sz="1200">
                <a:solidFill>
                  <a:schemeClr val="tx1"/>
                </a:solidFill>
              </a:rPr>
              <a:t>Die Sowjetunion schloss zunächst einen Nichtangriffspakt mit Deutschland, trat aber den Alliierten bei, nachdem Deutschland 1941 einmarschiert war – mit dem Ziel, ihr Territorium zu verteidigen.</a:t>
            </a:r>
          </a:p>
          <a:p>
            <a:pPr marL="171450" lvl="0" indent="-171450">
              <a:buFont typeface="Arial" panose="020B0604020202020204" pitchFamily="34" charset="0"/>
              <a:buChar char="•"/>
            </a:pPr>
            <a:r>
              <a:rPr lang="de-DE" sz="1200">
                <a:solidFill>
                  <a:schemeClr val="tx1"/>
                </a:solidFill>
              </a:rPr>
              <a:t>Die Vereinigten Staaten traten nach dem japanischen Angriff auf Pearl Harbor 1941 in den Krieg ein – motiviert durch Selbstverteidigung und die Unterstützung demokratischer Staaten.</a:t>
            </a:r>
          </a:p>
          <a:p>
            <a:pPr lvl="0"/>
            <a:endParaRPr lang="de-DE" sz="1200">
              <a:solidFill>
                <a:schemeClr val="tx1"/>
              </a:solidFill>
            </a:endParaRPr>
          </a:p>
          <a:p>
            <a:r>
              <a:rPr lang="de-DE" sz="1200">
                <a:solidFill>
                  <a:schemeClr val="tx1"/>
                </a:solidFill>
              </a:rPr>
              <a:t>Der Zweite Weltkrieg war ein umfassender Krieg, an dem mehr als 100 Millionen Menschen aus über 30 Ländern beteiligt waren; die wichtigsten Teilnehmer mobilisierten ihre gesamten wirtschaftlichen, industriellen und wissenschaftlichen Kapazitäten für die Kriegsführung. Der Konflikt forderte 70 bis 85 Millionen Tote, überwiegend Zivilisten, und umfasste bedeutende Ereignisse wie den Holocaust und den Einsatz von Atomwaffen. Der Krieg endete mit der Niederlage der Achsenmächte und weitreichenden geopolitischen Veränderungen weltweit.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endParaRPr lang="de-DE" sz="1200">
              <a:solidFill>
                <a:schemeClr val="tx1"/>
              </a:solidFill>
            </a:endParaRPr>
          </a:p>
          <a:p>
            <a:r>
              <a:rPr lang="de-DE" sz="1200">
                <a:solidFill>
                  <a:schemeClr val="tx1"/>
                </a:solidFill>
              </a:rPr>
              <a:t>Weitere Links:</a:t>
            </a:r>
          </a:p>
          <a:p>
            <a:pPr marL="171450" lvl="0" indent="-171450">
              <a:buFont typeface="Arial" panose="020B0604020202020204" pitchFamily="34" charset="0"/>
              <a:buChar char="•"/>
            </a:pPr>
            <a:r>
              <a:rPr lang="de-DE" sz="1200">
                <a:solidFill>
                  <a:schemeClr val="tx1"/>
                </a:solidFill>
              </a:rPr>
              <a:t>Zweiter Weltkrieg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Alliierte des Zweiten Weltkriegs (</a:t>
            </a:r>
            <a:r>
              <a:rPr lang="de-DE" sz="1200">
                <a:solidFill>
                  <a:schemeClr val="accent4"/>
                </a:solidFill>
                <a:hlinkClick r:id="rId6">
                  <a:extLst>
                    <a:ext uri="{A12FA001-AC4F-418D-AE19-62706E023703}">
                      <ahyp:hlinkClr xmlns:ahyp="http://schemas.microsoft.com/office/drawing/2018/hyperlinkcolor" val="tx"/>
                    </a:ext>
                  </a:extLst>
                </a:hlinkClick>
              </a:rPr>
              <a:t>https://dbpedia.org/page/Allies_of_World_War_II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Achsenmächte (</a:t>
            </a:r>
            <a:r>
              <a:rPr lang="de-DE" sz="1200">
                <a:solidFill>
                  <a:schemeClr val="accent4"/>
                </a:solidFill>
                <a:hlinkClick r:id="rId7">
                  <a:extLst>
                    <a:ext uri="{A12FA001-AC4F-418D-AE19-62706E023703}">
                      <ahyp:hlinkClr xmlns:ahyp="http://schemas.microsoft.com/office/drawing/2018/hyperlinkcolor" val="tx"/>
                    </a:ext>
                  </a:extLst>
                </a:hlinkClick>
              </a:rPr>
              <a:t>http://dbpedia.org/resource/Axis_powers</a:t>
            </a:r>
            <a:r>
              <a:rPr lang="de-DE" sz="1200">
                <a:solidFill>
                  <a:schemeClr val="tx1"/>
                </a:solidFill>
              </a:rPr>
              <a:t>)</a:t>
            </a:r>
          </a:p>
        </p:txBody>
      </p:sp>
      <p:pic>
        <p:nvPicPr>
          <p:cNvPr id="41" name="Grafik 40" descr="Roboter mit einfarbiger Füllung">
            <a:extLst>
              <a:ext uri="{FF2B5EF4-FFF2-40B4-BE49-F238E27FC236}">
                <a16:creationId xmlns:a16="http://schemas.microsoft.com/office/drawing/2014/main" id="{D8FA993E-72CE-B0AD-9A56-642F87BB484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91780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CCD07-FB86-8FDF-1765-D88CF7F9FEEC}"/>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521FB44D-7B90-1B71-0162-52E81A22E8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3E47E7C5-830C-BB0C-FDEB-FAECB4B9C3F2}"/>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Erkläre mir genauer die Rolle der Achsenmächte </a:t>
            </a:r>
            <a:br>
              <a:rPr lang="en-US" sz="1200">
                <a:solidFill>
                  <a:schemeClr val="tx1"/>
                </a:solidFill>
              </a:rPr>
            </a:br>
            <a:r>
              <a:rPr lang="en-US" sz="1200">
                <a:solidFill>
                  <a:schemeClr val="tx1"/>
                </a:solidFill>
              </a:rPr>
              <a:t>– warum werden diese „Achsenmächte“ genannt? </a:t>
            </a:r>
          </a:p>
        </p:txBody>
      </p:sp>
      <p:sp>
        <p:nvSpPr>
          <p:cNvPr id="13" name="Rechteckige Legende 12">
            <a:extLst>
              <a:ext uri="{FF2B5EF4-FFF2-40B4-BE49-F238E27FC236}">
                <a16:creationId xmlns:a16="http://schemas.microsoft.com/office/drawing/2014/main" id="{3C3A8DF0-283C-6078-F3E0-E90C1874910A}"/>
              </a:ext>
            </a:extLst>
          </p:cNvPr>
          <p:cNvSpPr/>
          <p:nvPr/>
        </p:nvSpPr>
        <p:spPr>
          <a:xfrm>
            <a:off x="1052622" y="827276"/>
            <a:ext cx="5077337" cy="5584158"/>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Die Achsenmächte, ursprünglich als Achse Rom–Berlin bezeichnet, waren eine Militärkoalition, die den Zweiten Weltkrieg initiierte und gegen die Alliierten kämpfte. Ihre Hauptmitglieder waren das nationalsozialistische Deutschland, das Königreich Italien und das Kaiserreich Japan. Der Begriff „Achse“ geht auf ein im Oktober 1936 von Deutschland und Italien unterzeichnetes Protokoll zurück; anschließend erklärte der italienische Führer Benito Mussolini, alle anderen europäischen Länder würden sich fortan um die Achse Rom–Berlin drehen – so entstand der Begriff „Achse“.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http://dbpedia.org/resource/Axis_powers</a:t>
            </a:r>
            <a:r>
              <a:rPr lang="de-DE" sz="1200">
                <a:solidFill>
                  <a:schemeClr val="tx1"/>
                </a:solidFill>
              </a:rPr>
              <a:t>)</a:t>
            </a:r>
          </a:p>
          <a:p>
            <a:endParaRPr lang="de-DE" sz="1200">
              <a:solidFill>
                <a:schemeClr val="tx1"/>
              </a:solidFill>
            </a:endParaRPr>
          </a:p>
          <a:p>
            <a:r>
              <a:rPr lang="de-DE" sz="1200">
                <a:solidFill>
                  <a:schemeClr val="tx1"/>
                </a:solidFill>
              </a:rPr>
              <a:t>Die Achsenmächte waren in ihrer Gegnerschaft zu den Alliierten geeint, verfügten jedoch nicht über eine vergleichbare Koordination und ideologische Geschlossenheit. Das Bündnis entstand aus diplomatischen Bemühungen Deutschlands, Italiens und Japans in der Mitte der 1930er-Jahre, ihre jeweils spezifischen expansionistischen Interessen zu sichern. Aus der Achse Rom–Berlin wurde 1939 mit dem „Stahlpakt“ ein Militärbündnis; der Dreimächtepakt von 1940 integrierte die militärischen Ziele Deutschlands, Italiens und Japans formell. Auf ihrem Höhepunkt im Jahr 1942 kontrollierten die Achsenmächte große Teile Europas, Nordafrikas und Ostasiens durch Besetzung, Annexion oder Marionettenstaaten. Dennoch war die Kooperation und Koordination unter den Achsenmächten niedrig, und ihre Interessen standen mitunter im Widerspruch.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http://dbpedia.org/resource/Axis_powers</a:t>
            </a:r>
            <a:r>
              <a:rPr lang="de-DE" sz="1200">
                <a:solidFill>
                  <a:schemeClr val="tx1"/>
                </a:solidFill>
              </a:rPr>
              <a:t>)</a:t>
            </a:r>
          </a:p>
          <a:p>
            <a:endParaRPr lang="de-DE" sz="1200">
              <a:solidFill>
                <a:schemeClr val="tx1"/>
              </a:solidFill>
            </a:endParaRPr>
          </a:p>
          <a:p>
            <a:r>
              <a:rPr lang="de-DE" sz="1200">
                <a:solidFill>
                  <a:schemeClr val="tx1"/>
                </a:solidFill>
              </a:rPr>
              <a:t>Weitere Links:</a:t>
            </a:r>
          </a:p>
          <a:p>
            <a:pPr marL="171450" lvl="0" indent="-171450">
              <a:buFont typeface="Arial" panose="020B0604020202020204" pitchFamily="34" charset="0"/>
              <a:buChar char="•"/>
            </a:pPr>
            <a:r>
              <a:rPr lang="de-DE" sz="1200">
                <a:solidFill>
                  <a:schemeClr val="tx1"/>
                </a:solidFill>
              </a:rPr>
              <a:t>Achsenmächte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http://dbpedia.org/resource/Axis_powers</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Zusammenarbeit mit den Achsenmächten (</a:t>
            </a:r>
            <a:r>
              <a:rPr lang="de-DE" sz="1200">
                <a:solidFill>
                  <a:schemeClr val="accent4"/>
                </a:solidFill>
                <a:hlinkClick r:id="rId6">
                  <a:extLst>
                    <a:ext uri="{A12FA001-AC4F-418D-AE19-62706E023703}">
                      <ahyp:hlinkClr xmlns:ahyp="http://schemas.microsoft.com/office/drawing/2018/hyperlinkcolor" val="tx"/>
                    </a:ext>
                  </a:extLst>
                </a:hlinkClick>
              </a:rPr>
              <a:t>http://dbpedia.org/resource/Collaboration_with_the_Axis_powers</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Hetalia: Axis Powers (</a:t>
            </a:r>
            <a:r>
              <a:rPr lang="de-DE" sz="1200">
                <a:solidFill>
                  <a:schemeClr val="accent4"/>
                </a:solidFill>
                <a:hlinkClick r:id="rId7">
                  <a:extLst>
                    <a:ext uri="{A12FA001-AC4F-418D-AE19-62706E023703}">
                      <ahyp:hlinkClr xmlns:ahyp="http://schemas.microsoft.com/office/drawing/2018/hyperlinkcolor" val="tx"/>
                    </a:ext>
                  </a:extLst>
                </a:hlinkClick>
              </a:rPr>
              <a:t>http://dbpedia.org/resource/Hetalia:_Axis_Powers</a:t>
            </a:r>
            <a:r>
              <a:rPr lang="de-DE" sz="1200">
                <a:solidFill>
                  <a:schemeClr val="tx1"/>
                </a:solidFill>
              </a:rPr>
              <a:t>)</a:t>
            </a:r>
          </a:p>
        </p:txBody>
      </p:sp>
      <p:pic>
        <p:nvPicPr>
          <p:cNvPr id="41" name="Grafik 40" descr="Roboter mit einfarbiger Füllung">
            <a:extLst>
              <a:ext uri="{FF2B5EF4-FFF2-40B4-BE49-F238E27FC236}">
                <a16:creationId xmlns:a16="http://schemas.microsoft.com/office/drawing/2014/main" id="{2D4605BC-E8B1-51E9-FC46-B7F550D7DBE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69866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639E-8002-8DFF-EEB3-1ECD22974620}"/>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07ED77-3D67-62D0-114D-A2F28F0D00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BEF574B0-AF18-70E5-4503-02AAFD212846}"/>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Warum wird Deutschland trotz der Existenz dieser Achsenmächte </a:t>
            </a:r>
          </a:p>
          <a:p>
            <a:pPr algn="ctr"/>
            <a:r>
              <a:rPr lang="en-US" sz="1200">
                <a:solidFill>
                  <a:schemeClr val="tx1"/>
                </a:solidFill>
              </a:rPr>
              <a:t>noch immer als der Hauptschuldige am Zweiten Weltkrieg angesehen? </a:t>
            </a:r>
          </a:p>
        </p:txBody>
      </p:sp>
      <p:sp>
        <p:nvSpPr>
          <p:cNvPr id="13" name="Rechteckige Legende 12">
            <a:extLst>
              <a:ext uri="{FF2B5EF4-FFF2-40B4-BE49-F238E27FC236}">
                <a16:creationId xmlns:a16="http://schemas.microsoft.com/office/drawing/2014/main" id="{D3218632-999D-820F-BD4F-156719C0BC35}"/>
              </a:ext>
            </a:extLst>
          </p:cNvPr>
          <p:cNvSpPr/>
          <p:nvPr/>
        </p:nvSpPr>
        <p:spPr>
          <a:xfrm>
            <a:off x="1052622" y="827275"/>
            <a:ext cx="5077337" cy="5222651"/>
          </a:xfrm>
          <a:prstGeom prst="wedgeRectCallout">
            <a:avLst>
              <a:gd name="adj1" fmla="val -55022"/>
              <a:gd name="adj2" fmla="val -43755"/>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Deutschland, genauer gesagt das nationalsozialistische Deutschland unter der Herrschaft Adolf Hitlers von 1933 bis 1945, gilt oft als der Hauptschuldige am Zweiten Weltkrieg, weil es als Anstifter des Konflikts und als Verantwortlicher für weitreichende Gräueltaten betrachtet wird. Hitlers-Regime verwandelte Deutschland in einen totalitären Staat, verfolgte aggressiv territoriale Expansion und begann den Krieg mit dem Überfall auf Polen am 1. September 1939, der den Konflikt in Europa direkt auslöste. Die nationalsozialistische Regierung vollzog eine Politik der Rassenideologie, des Antisemitismus und der Eugenik, was zum Holocaust führte, in dem Millionen von Jüdinnen und Juden sowie andere Minderheiten systematisch ermordet wurden. Deutschlands militärische Aggression, Völkermord-orientierte Politik und die Machtkonzentration unter Hitler machten es zur treibenden Kraft hinter dem Krieg und seinen Verbrechen. Obwohl es weitere Achsenmächte gab, waren Deutschlands Führung, Ideologie und Handlungen entscheidend für das Auslösen und Eskalieren des Krieges; deshalb wird es hauptsächlich verantwortlich gemacht. Die Niederlage von Nazi-Deutschland 1945 beendete die Herrschaft des NS-Regimes und führte zu Kriegsverbrecherprozessen, die seine Rolle als Hauptschuldigen weiter festigten.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http://dbpedia.org/resource/Nazi_Germany</a:t>
            </a:r>
            <a:r>
              <a:rPr lang="de-DE" sz="1200">
                <a:solidFill>
                  <a:schemeClr val="tx1"/>
                </a:solidFill>
              </a:rPr>
              <a:t>)</a:t>
            </a:r>
          </a:p>
          <a:p>
            <a:endParaRPr lang="de-DE" sz="1200">
              <a:solidFill>
                <a:schemeClr val="tx1"/>
              </a:solidFill>
            </a:endParaRPr>
          </a:p>
          <a:p>
            <a:r>
              <a:rPr lang="de-DE" sz="1200">
                <a:solidFill>
                  <a:schemeClr val="tx1"/>
                </a:solidFill>
              </a:rPr>
              <a:t>Weitere Links:</a:t>
            </a:r>
          </a:p>
          <a:p>
            <a:pPr marL="171450" lvl="0" indent="-171450">
              <a:buFont typeface="Arial" panose="020B0604020202020204" pitchFamily="34" charset="0"/>
              <a:buChar char="•"/>
            </a:pPr>
            <a:r>
              <a:rPr lang="de-DE" sz="1200">
                <a:solidFill>
                  <a:schemeClr val="tx1"/>
                </a:solidFill>
              </a:rPr>
              <a:t>NS-Staat („Nazi Germany“) (</a:t>
            </a:r>
            <a:r>
              <a:rPr lang="de-DE" sz="1200">
                <a:solidFill>
                  <a:schemeClr val="accent4"/>
                </a:solidFill>
                <a:hlinkClick r:id="rId5">
                  <a:extLst>
                    <a:ext uri="{A12FA001-AC4F-418D-AE19-62706E023703}">
                      <ahyp:hlinkClr xmlns:ahyp="http://schemas.microsoft.com/office/drawing/2018/hyperlinkcolor" val="tx"/>
                    </a:ext>
                  </a:extLst>
                </a:hlinkClick>
              </a:rPr>
              <a:t>http://dbpedia.org/resource/Nazi_Germany</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Ostfront (Zweiter Weltkrieg) (</a:t>
            </a:r>
            <a:r>
              <a:rPr lang="de-DE" sz="1200">
                <a:solidFill>
                  <a:schemeClr val="accent4"/>
                </a:solidFill>
                <a:hlinkClick r:id="rId6">
                  <a:extLst>
                    <a:ext uri="{A12FA001-AC4F-418D-AE19-62706E023703}">
                      <ahyp:hlinkClr xmlns:ahyp="http://schemas.microsoft.com/office/drawing/2018/hyperlinkcolor" val="tx"/>
                    </a:ext>
                  </a:extLst>
                </a:hlinkClick>
              </a:rPr>
              <a:t>http://dbpedia.org/resource/Eastern_Front_(World_War_II)</a:t>
            </a:r>
            <a:r>
              <a:rPr lang="de-DE" sz="1200">
                <a:solidFill>
                  <a:schemeClr val="tx1"/>
                </a:solidFill>
              </a:rPr>
              <a:t>)</a:t>
            </a:r>
          </a:p>
          <a:p>
            <a:pPr marL="171450" lvl="0" indent="-171450">
              <a:buFont typeface="Arial" panose="020B0604020202020204" pitchFamily="34" charset="0"/>
              <a:buChar char="•"/>
            </a:pPr>
            <a:r>
              <a:rPr lang="de-DE" sz="1200">
                <a:solidFill>
                  <a:schemeClr val="tx1"/>
                </a:solidFill>
              </a:rPr>
              <a:t>Westfront (Zweiter Weltkrieg) (</a:t>
            </a:r>
            <a:r>
              <a:rPr lang="de-DE" sz="1200">
                <a:solidFill>
                  <a:schemeClr val="accent4"/>
                </a:solidFill>
                <a:hlinkClick r:id="rId7">
                  <a:extLst>
                    <a:ext uri="{A12FA001-AC4F-418D-AE19-62706E023703}">
                      <ahyp:hlinkClr xmlns:ahyp="http://schemas.microsoft.com/office/drawing/2018/hyperlinkcolor" val="tx"/>
                    </a:ext>
                  </a:extLst>
                </a:hlinkClick>
              </a:rPr>
              <a:t>http://dbpedia.org/resource/Western_Front_(World_War_II)</a:t>
            </a:r>
            <a:r>
              <a:rPr lang="de-DE" sz="1200">
                <a:solidFill>
                  <a:schemeClr val="tx1"/>
                </a:solidFill>
              </a:rPr>
              <a:t>)</a:t>
            </a:r>
          </a:p>
        </p:txBody>
      </p:sp>
      <p:pic>
        <p:nvPicPr>
          <p:cNvPr id="41" name="Grafik 40" descr="Roboter mit einfarbiger Füllung">
            <a:extLst>
              <a:ext uri="{FF2B5EF4-FFF2-40B4-BE49-F238E27FC236}">
                <a16:creationId xmlns:a16="http://schemas.microsoft.com/office/drawing/2014/main" id="{085EFC9C-377F-A3BA-527D-C0AB1BBD4B9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59553799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1271</Words>
  <Application>Microsoft Macintosh PowerPoint</Application>
  <PresentationFormat>Benutzerdefiniert</PresentationFormat>
  <Paragraphs>53</Paragraphs>
  <Slides>4</Slides>
  <Notes>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Aptos</vt:lpstr>
      <vt:lpstr>Aptos Display</vt:lpstr>
      <vt:lpstr>Arial</vt:lpstr>
      <vt:lpstr>Office</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Lara-Aida Jopp</dc:creator>
  <cp:lastModifiedBy>Lara-Aida Jopp</cp:lastModifiedBy>
  <cp:revision>1</cp:revision>
  <dcterms:created xsi:type="dcterms:W3CDTF">2025-09-15T16:08:46Z</dcterms:created>
  <dcterms:modified xsi:type="dcterms:W3CDTF">2025-09-24T08:02:25Z</dcterms:modified>
</cp:coreProperties>
</file>