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6"/>
  </p:notesMasterIdLst>
  <p:sldIdLst>
    <p:sldId id="257" r:id="rId2"/>
    <p:sldId id="263" r:id="rId3"/>
    <p:sldId id="264" r:id="rId4"/>
    <p:sldId id="265" r:id="rId5"/>
  </p:sldIdLst>
  <p:sldSz cx="7099300" cy="99441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32" userDrawn="1">
          <p15:clr>
            <a:srgbClr val="A4A3A4"/>
          </p15:clr>
        </p15:guide>
        <p15:guide id="2" pos="427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6279D9-0E42-D541-A06A-9AFF9D114990}" v="60" dt="2025-09-17T06:01:20.5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9"/>
    <p:restoredTop sz="94801"/>
  </p:normalViewPr>
  <p:slideViewPr>
    <p:cSldViewPr snapToGrid="0">
      <p:cViewPr>
        <p:scale>
          <a:sx n="131" d="100"/>
          <a:sy n="131" d="100"/>
        </p:scale>
        <p:origin x="2536" y="-40"/>
      </p:cViewPr>
      <p:guideLst>
        <p:guide orient="horz" pos="3132"/>
        <p:guide pos="427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ra-Aida Jopp" userId="a9e2f407ef8155ce" providerId="LiveId" clId="{EB93BFB5-76CE-54F8-BED3-523D13B8C2DE}"/>
    <pc:docChg chg="undo custSel addSld delSld modSld">
      <pc:chgData name="Lara-Aida Jopp" userId="a9e2f407ef8155ce" providerId="LiveId" clId="{EB93BFB5-76CE-54F8-BED3-523D13B8C2DE}" dt="2025-09-17T06:02:06.118" v="493" actId="478"/>
      <pc:docMkLst>
        <pc:docMk/>
      </pc:docMkLst>
      <pc:sldChg chg="addSp delSp modSp mod">
        <pc:chgData name="Lara-Aida Jopp" userId="a9e2f407ef8155ce" providerId="LiveId" clId="{EB93BFB5-76CE-54F8-BED3-523D13B8C2DE}" dt="2025-09-17T05:56:16.461" v="381" actId="478"/>
        <pc:sldMkLst>
          <pc:docMk/>
          <pc:sldMk cId="2992061806" sldId="257"/>
        </pc:sldMkLst>
        <pc:spChg chg="del mod">
          <ac:chgData name="Lara-Aida Jopp" userId="a9e2f407ef8155ce" providerId="LiveId" clId="{EB93BFB5-76CE-54F8-BED3-523D13B8C2DE}" dt="2025-09-17T05:49:04.201" v="239" actId="478"/>
          <ac:spMkLst>
            <pc:docMk/>
            <pc:sldMk cId="2992061806" sldId="257"/>
            <ac:spMk id="4" creationId="{1921DCDC-2CCE-6753-C322-4F9F69D765E9}"/>
          </ac:spMkLst>
        </pc:spChg>
        <pc:spChg chg="del mod">
          <ac:chgData name="Lara-Aida Jopp" userId="a9e2f407ef8155ce" providerId="LiveId" clId="{EB93BFB5-76CE-54F8-BED3-523D13B8C2DE}" dt="2025-09-17T05:52:04.901" v="275" actId="478"/>
          <ac:spMkLst>
            <pc:docMk/>
            <pc:sldMk cId="2992061806" sldId="257"/>
            <ac:spMk id="9" creationId="{82FAA6F3-5149-7AE0-80E3-9B75A584E136}"/>
          </ac:spMkLst>
        </pc:spChg>
        <pc:spChg chg="mod">
          <ac:chgData name="Lara-Aida Jopp" userId="a9e2f407ef8155ce" providerId="LiveId" clId="{EB93BFB5-76CE-54F8-BED3-523D13B8C2DE}" dt="2025-09-17T05:55:48.109" v="373" actId="14100"/>
          <ac:spMkLst>
            <pc:docMk/>
            <pc:sldMk cId="2992061806" sldId="257"/>
            <ac:spMk id="10" creationId="{55AEF08B-1CC2-BFA3-B26A-30A15CF458EC}"/>
          </ac:spMkLst>
        </pc:spChg>
        <pc:spChg chg="del mod">
          <ac:chgData name="Lara-Aida Jopp" userId="a9e2f407ef8155ce" providerId="LiveId" clId="{EB93BFB5-76CE-54F8-BED3-523D13B8C2DE}" dt="2025-09-17T05:52:03.333" v="274" actId="478"/>
          <ac:spMkLst>
            <pc:docMk/>
            <pc:sldMk cId="2992061806" sldId="257"/>
            <ac:spMk id="11" creationId="{B9A26A4E-3F76-E38D-BA85-B0381BCBE822}"/>
          </ac:spMkLst>
        </pc:spChg>
        <pc:spChg chg="del mod">
          <ac:chgData name="Lara-Aida Jopp" userId="a9e2f407ef8155ce" providerId="LiveId" clId="{EB93BFB5-76CE-54F8-BED3-523D13B8C2DE}" dt="2025-09-17T05:52:03.333" v="274" actId="478"/>
          <ac:spMkLst>
            <pc:docMk/>
            <pc:sldMk cId="2992061806" sldId="257"/>
            <ac:spMk id="12" creationId="{E04E14B2-0E6C-11D1-6055-BCCC5D987827}"/>
          </ac:spMkLst>
        </pc:spChg>
        <pc:spChg chg="mod">
          <ac:chgData name="Lara-Aida Jopp" userId="a9e2f407ef8155ce" providerId="LiveId" clId="{EB93BFB5-76CE-54F8-BED3-523D13B8C2DE}" dt="2025-09-17T05:55:32.900" v="368" actId="14100"/>
          <ac:spMkLst>
            <pc:docMk/>
            <pc:sldMk cId="2992061806" sldId="257"/>
            <ac:spMk id="13" creationId="{7D7AE346-B049-D9B0-970D-81601FC441FF}"/>
          </ac:spMkLst>
        </pc:spChg>
        <pc:spChg chg="add del">
          <ac:chgData name="Lara-Aida Jopp" userId="a9e2f407ef8155ce" providerId="LiveId" clId="{EB93BFB5-76CE-54F8-BED3-523D13B8C2DE}" dt="2025-09-17T05:36:53.958" v="1" actId="22"/>
          <ac:spMkLst>
            <pc:docMk/>
            <pc:sldMk cId="2992061806" sldId="257"/>
            <ac:spMk id="25" creationId="{03BA8379-181B-6548-4E08-613D585B718A}"/>
          </ac:spMkLst>
        </pc:spChg>
        <pc:spChg chg="add del">
          <ac:chgData name="Lara-Aida Jopp" userId="a9e2f407ef8155ce" providerId="LiveId" clId="{EB93BFB5-76CE-54F8-BED3-523D13B8C2DE}" dt="2025-09-17T05:37:01.180" v="3" actId="22"/>
          <ac:spMkLst>
            <pc:docMk/>
            <pc:sldMk cId="2992061806" sldId="257"/>
            <ac:spMk id="27" creationId="{16C99044-4E22-4158-D7EC-FFE04E039101}"/>
          </ac:spMkLst>
        </pc:spChg>
        <pc:spChg chg="add del">
          <ac:chgData name="Lara-Aida Jopp" userId="a9e2f407ef8155ce" providerId="LiveId" clId="{EB93BFB5-76CE-54F8-BED3-523D13B8C2DE}" dt="2025-09-17T05:56:14.979" v="380" actId="478"/>
          <ac:spMkLst>
            <pc:docMk/>
            <pc:sldMk cId="2992061806" sldId="257"/>
            <ac:spMk id="28" creationId="{EDA0C23A-9D26-5F95-08CC-C68F85192446}"/>
          </ac:spMkLst>
        </pc:spChg>
        <pc:spChg chg="add del mod">
          <ac:chgData name="Lara-Aida Jopp" userId="a9e2f407ef8155ce" providerId="LiveId" clId="{EB93BFB5-76CE-54F8-BED3-523D13B8C2DE}" dt="2025-09-17T05:56:14.979" v="380" actId="478"/>
          <ac:spMkLst>
            <pc:docMk/>
            <pc:sldMk cId="2992061806" sldId="257"/>
            <ac:spMk id="29" creationId="{754DED50-B905-3574-040F-382072F8A5F3}"/>
          </ac:spMkLst>
        </pc:spChg>
        <pc:spChg chg="add del mod">
          <ac:chgData name="Lara-Aida Jopp" userId="a9e2f407ef8155ce" providerId="LiveId" clId="{EB93BFB5-76CE-54F8-BED3-523D13B8C2DE}" dt="2025-09-17T05:46:42.905" v="126"/>
          <ac:spMkLst>
            <pc:docMk/>
            <pc:sldMk cId="2992061806" sldId="257"/>
            <ac:spMk id="30" creationId="{63294E69-19D8-0EBE-F7A2-9D0EB01E9794}"/>
          </ac:spMkLst>
        </pc:spChg>
        <pc:spChg chg="add del">
          <ac:chgData name="Lara-Aida Jopp" userId="a9e2f407ef8155ce" providerId="LiveId" clId="{EB93BFB5-76CE-54F8-BED3-523D13B8C2DE}" dt="2025-09-17T05:50:35.642" v="252" actId="478"/>
          <ac:spMkLst>
            <pc:docMk/>
            <pc:sldMk cId="2992061806" sldId="257"/>
            <ac:spMk id="31" creationId="{26444B35-997A-42D7-0EE8-B929ED940921}"/>
          </ac:spMkLst>
        </pc:spChg>
        <pc:picChg chg="add del mod">
          <ac:chgData name="Lara-Aida Jopp" userId="a9e2f407ef8155ce" providerId="LiveId" clId="{EB93BFB5-76CE-54F8-BED3-523D13B8C2DE}" dt="2025-09-17T05:54:51.535" v="338" actId="554"/>
          <ac:picMkLst>
            <pc:docMk/>
            <pc:sldMk cId="2992061806" sldId="257"/>
            <ac:picMk id="6" creationId="{FC298291-2732-CC8E-F6A8-B3502A8CC2A4}"/>
          </ac:picMkLst>
        </pc:picChg>
        <pc:picChg chg="del">
          <ac:chgData name="Lara-Aida Jopp" userId="a9e2f407ef8155ce" providerId="LiveId" clId="{EB93BFB5-76CE-54F8-BED3-523D13B8C2DE}" dt="2025-09-17T05:39:44.622" v="15" actId="478"/>
          <ac:picMkLst>
            <pc:docMk/>
            <pc:sldMk cId="2992061806" sldId="257"/>
            <ac:picMk id="8" creationId="{9080B069-522F-905B-58B1-71A6992D6A99}"/>
          </ac:picMkLst>
        </pc:picChg>
        <pc:picChg chg="del">
          <ac:chgData name="Lara-Aida Jopp" userId="a9e2f407ef8155ce" providerId="LiveId" clId="{EB93BFB5-76CE-54F8-BED3-523D13B8C2DE}" dt="2025-09-17T05:39:44.622" v="15" actId="478"/>
          <ac:picMkLst>
            <pc:docMk/>
            <pc:sldMk cId="2992061806" sldId="257"/>
            <ac:picMk id="14" creationId="{7E4504B0-13E5-57B1-4399-529985FBF6F1}"/>
          </ac:picMkLst>
        </pc:picChg>
        <pc:picChg chg="del">
          <ac:chgData name="Lara-Aida Jopp" userId="a9e2f407ef8155ce" providerId="LiveId" clId="{EB93BFB5-76CE-54F8-BED3-523D13B8C2DE}" dt="2025-09-17T05:39:44.622" v="15" actId="478"/>
          <ac:picMkLst>
            <pc:docMk/>
            <pc:sldMk cId="2992061806" sldId="257"/>
            <ac:picMk id="15" creationId="{ED1F95D1-243F-B553-895B-DE7B14E9CE4B}"/>
          </ac:picMkLst>
        </pc:picChg>
        <pc:picChg chg="del">
          <ac:chgData name="Lara-Aida Jopp" userId="a9e2f407ef8155ce" providerId="LiveId" clId="{EB93BFB5-76CE-54F8-BED3-523D13B8C2DE}" dt="2025-09-17T05:39:44.622" v="15" actId="478"/>
          <ac:picMkLst>
            <pc:docMk/>
            <pc:sldMk cId="2992061806" sldId="257"/>
            <ac:picMk id="16" creationId="{27FFA0F5-290A-A123-4EDC-89222860E7E1}"/>
          </ac:picMkLst>
        </pc:picChg>
        <pc:picChg chg="del">
          <ac:chgData name="Lara-Aida Jopp" userId="a9e2f407ef8155ce" providerId="LiveId" clId="{EB93BFB5-76CE-54F8-BED3-523D13B8C2DE}" dt="2025-09-17T05:39:44.622" v="15" actId="478"/>
          <ac:picMkLst>
            <pc:docMk/>
            <pc:sldMk cId="2992061806" sldId="257"/>
            <ac:picMk id="17" creationId="{F3CF33ED-7A83-1789-514B-E095CCD3D13F}"/>
          </ac:picMkLst>
        </pc:picChg>
        <pc:picChg chg="del">
          <ac:chgData name="Lara-Aida Jopp" userId="a9e2f407ef8155ce" providerId="LiveId" clId="{EB93BFB5-76CE-54F8-BED3-523D13B8C2DE}" dt="2025-09-17T05:39:44.622" v="15" actId="478"/>
          <ac:picMkLst>
            <pc:docMk/>
            <pc:sldMk cId="2992061806" sldId="257"/>
            <ac:picMk id="18" creationId="{87ABF8B0-30A1-05FC-6DFD-B44C437DC5A4}"/>
          </ac:picMkLst>
        </pc:picChg>
        <pc:picChg chg="del mod">
          <ac:chgData name="Lara-Aida Jopp" userId="a9e2f407ef8155ce" providerId="LiveId" clId="{EB93BFB5-76CE-54F8-BED3-523D13B8C2DE}" dt="2025-09-17T05:56:16.461" v="381" actId="478"/>
          <ac:picMkLst>
            <pc:docMk/>
            <pc:sldMk cId="2992061806" sldId="257"/>
            <ac:picMk id="19" creationId="{BAF0BA70-DEB6-E2C4-EA09-A1C11C8C950C}"/>
          </ac:picMkLst>
        </pc:picChg>
        <pc:picChg chg="del mod">
          <ac:chgData name="Lara-Aida Jopp" userId="a9e2f407ef8155ce" providerId="LiveId" clId="{EB93BFB5-76CE-54F8-BED3-523D13B8C2DE}" dt="2025-09-17T05:51:58.791" v="272" actId="478"/>
          <ac:picMkLst>
            <pc:docMk/>
            <pc:sldMk cId="2992061806" sldId="257"/>
            <ac:picMk id="20" creationId="{F33E5B34-F3B7-545E-C4A6-562E6FA1FE15}"/>
          </ac:picMkLst>
        </pc:picChg>
        <pc:picChg chg="del mod">
          <ac:chgData name="Lara-Aida Jopp" userId="a9e2f407ef8155ce" providerId="LiveId" clId="{EB93BFB5-76CE-54F8-BED3-523D13B8C2DE}" dt="2025-09-17T05:51:58.791" v="272" actId="478"/>
          <ac:picMkLst>
            <pc:docMk/>
            <pc:sldMk cId="2992061806" sldId="257"/>
            <ac:picMk id="21" creationId="{F559F60A-DD60-13EA-A180-0C685A81A4E1}"/>
          </ac:picMkLst>
        </pc:picChg>
        <pc:picChg chg="del mod">
          <ac:chgData name="Lara-Aida Jopp" userId="a9e2f407ef8155ce" providerId="LiveId" clId="{EB93BFB5-76CE-54F8-BED3-523D13B8C2DE}" dt="2025-09-17T05:52:00.010" v="273" actId="478"/>
          <ac:picMkLst>
            <pc:docMk/>
            <pc:sldMk cId="2992061806" sldId="257"/>
            <ac:picMk id="22" creationId="{14DF75FB-4417-69B2-7105-9470DCD1186D}"/>
          </ac:picMkLst>
        </pc:picChg>
        <pc:picChg chg="del mod">
          <ac:chgData name="Lara-Aida Jopp" userId="a9e2f407ef8155ce" providerId="LiveId" clId="{EB93BFB5-76CE-54F8-BED3-523D13B8C2DE}" dt="2025-09-17T05:51:58.791" v="272" actId="478"/>
          <ac:picMkLst>
            <pc:docMk/>
            <pc:sldMk cId="2992061806" sldId="257"/>
            <ac:picMk id="23" creationId="{C4445E96-D159-AF29-1A93-CB31E0823547}"/>
          </ac:picMkLst>
        </pc:picChg>
        <pc:picChg chg="add del mod">
          <ac:chgData name="Lara-Aida Jopp" userId="a9e2f407ef8155ce" providerId="LiveId" clId="{EB93BFB5-76CE-54F8-BED3-523D13B8C2DE}" dt="2025-09-17T05:54:12.794" v="326" actId="478"/>
          <ac:picMkLst>
            <pc:docMk/>
            <pc:sldMk cId="2992061806" sldId="257"/>
            <ac:picMk id="33" creationId="{BA1D96CC-94D4-DAF2-460C-842B08109EC8}"/>
          </ac:picMkLst>
        </pc:picChg>
        <pc:picChg chg="add del mod">
          <ac:chgData name="Lara-Aida Jopp" userId="a9e2f407ef8155ce" providerId="LiveId" clId="{EB93BFB5-76CE-54F8-BED3-523D13B8C2DE}" dt="2025-09-17T05:55:10.557" v="344" actId="478"/>
          <ac:picMkLst>
            <pc:docMk/>
            <pc:sldMk cId="2992061806" sldId="257"/>
            <ac:picMk id="35" creationId="{4FEEEE73-4342-D339-3BE4-607A6EEC97CF}"/>
          </ac:picMkLst>
        </pc:picChg>
        <pc:picChg chg="add del mod">
          <ac:chgData name="Lara-Aida Jopp" userId="a9e2f407ef8155ce" providerId="LiveId" clId="{EB93BFB5-76CE-54F8-BED3-523D13B8C2DE}" dt="2025-09-17T05:54:53.135" v="340" actId="478"/>
          <ac:picMkLst>
            <pc:docMk/>
            <pc:sldMk cId="2992061806" sldId="257"/>
            <ac:picMk id="37" creationId="{F09CF4DF-422B-889C-7118-DAC96EECA414}"/>
          </ac:picMkLst>
        </pc:picChg>
        <pc:picChg chg="add del mod">
          <ac:chgData name="Lara-Aida Jopp" userId="a9e2f407ef8155ce" providerId="LiveId" clId="{EB93BFB5-76CE-54F8-BED3-523D13B8C2DE}" dt="2025-09-17T05:55:10.557" v="344" actId="478"/>
          <ac:picMkLst>
            <pc:docMk/>
            <pc:sldMk cId="2992061806" sldId="257"/>
            <ac:picMk id="39" creationId="{65E29927-4D9C-9BF8-83E3-A82A59845581}"/>
          </ac:picMkLst>
        </pc:picChg>
        <pc:picChg chg="add mod">
          <ac:chgData name="Lara-Aida Jopp" userId="a9e2f407ef8155ce" providerId="LiveId" clId="{EB93BFB5-76CE-54F8-BED3-523D13B8C2DE}" dt="2025-09-17T05:55:43.746" v="372" actId="1038"/>
          <ac:picMkLst>
            <pc:docMk/>
            <pc:sldMk cId="2992061806" sldId="257"/>
            <ac:picMk id="41" creationId="{584DB557-ECFC-DCE6-4C4B-7826D54A37F2}"/>
          </ac:picMkLst>
        </pc:picChg>
        <pc:picChg chg="add del">
          <ac:chgData name="Lara-Aida Jopp" userId="a9e2f407ef8155ce" providerId="LiveId" clId="{EB93BFB5-76CE-54F8-BED3-523D13B8C2DE}" dt="2025-09-17T05:37:20.151" v="5" actId="478"/>
          <ac:picMkLst>
            <pc:docMk/>
            <pc:sldMk cId="2992061806" sldId="257"/>
            <ac:picMk id="1026" creationId="{C5B435E2-8CD4-A48E-0FDA-15FE43F9138F}"/>
          </ac:picMkLst>
        </pc:picChg>
        <pc:picChg chg="add del mod">
          <ac:chgData name="Lara-Aida Jopp" userId="a9e2f407ef8155ce" providerId="LiveId" clId="{EB93BFB5-76CE-54F8-BED3-523D13B8C2DE}" dt="2025-09-17T05:37:30.697" v="8" actId="478"/>
          <ac:picMkLst>
            <pc:docMk/>
            <pc:sldMk cId="2992061806" sldId="257"/>
            <ac:picMk id="1028" creationId="{EDF94AB2-A2D3-CFE0-CFE1-499CC46951A0}"/>
          </ac:picMkLst>
        </pc:picChg>
        <pc:picChg chg="add del mod">
          <ac:chgData name="Lara-Aida Jopp" userId="a9e2f407ef8155ce" providerId="LiveId" clId="{EB93BFB5-76CE-54F8-BED3-523D13B8C2DE}" dt="2025-09-17T05:53:42.830" v="321" actId="478"/>
          <ac:picMkLst>
            <pc:docMk/>
            <pc:sldMk cId="2992061806" sldId="257"/>
            <ac:picMk id="1030" creationId="{5CE8871E-B899-D94C-7586-64390F05C504}"/>
          </ac:picMkLst>
        </pc:picChg>
      </pc:sldChg>
      <pc:sldChg chg="del">
        <pc:chgData name="Lara-Aida Jopp" userId="a9e2f407ef8155ce" providerId="LiveId" clId="{EB93BFB5-76CE-54F8-BED3-523D13B8C2DE}" dt="2025-09-17T05:51:54.285" v="271" actId="2696"/>
        <pc:sldMkLst>
          <pc:docMk/>
          <pc:sldMk cId="4050965621" sldId="258"/>
        </pc:sldMkLst>
      </pc:sldChg>
      <pc:sldChg chg="add del">
        <pc:chgData name="Lara-Aida Jopp" userId="a9e2f407ef8155ce" providerId="LiveId" clId="{EB93BFB5-76CE-54F8-BED3-523D13B8C2DE}" dt="2025-09-17T05:51:50.401" v="268" actId="2696"/>
        <pc:sldMkLst>
          <pc:docMk/>
          <pc:sldMk cId="490972954" sldId="259"/>
        </pc:sldMkLst>
      </pc:sldChg>
      <pc:sldChg chg="add del">
        <pc:chgData name="Lara-Aida Jopp" userId="a9e2f407ef8155ce" providerId="LiveId" clId="{EB93BFB5-76CE-54F8-BED3-523D13B8C2DE}" dt="2025-09-17T05:55:55.370" v="377" actId="2696"/>
        <pc:sldMkLst>
          <pc:docMk/>
          <pc:sldMk cId="2143284321" sldId="260"/>
        </pc:sldMkLst>
      </pc:sldChg>
      <pc:sldChg chg="add del">
        <pc:chgData name="Lara-Aida Jopp" userId="a9e2f407ef8155ce" providerId="LiveId" clId="{EB93BFB5-76CE-54F8-BED3-523D13B8C2DE}" dt="2025-09-17T05:55:58.383" v="379" actId="2696"/>
        <pc:sldMkLst>
          <pc:docMk/>
          <pc:sldMk cId="939138068" sldId="261"/>
        </pc:sldMkLst>
      </pc:sldChg>
      <pc:sldChg chg="add del">
        <pc:chgData name="Lara-Aida Jopp" userId="a9e2f407ef8155ce" providerId="LiveId" clId="{EB93BFB5-76CE-54F8-BED3-523D13B8C2DE}" dt="2025-09-17T05:55:57.336" v="378" actId="2696"/>
        <pc:sldMkLst>
          <pc:docMk/>
          <pc:sldMk cId="3996373559" sldId="262"/>
        </pc:sldMkLst>
      </pc:sldChg>
      <pc:sldChg chg="delSp modSp add mod">
        <pc:chgData name="Lara-Aida Jopp" userId="a9e2f407ef8155ce" providerId="LiveId" clId="{EB93BFB5-76CE-54F8-BED3-523D13B8C2DE}" dt="2025-09-17T05:59:44.093" v="452" actId="478"/>
        <pc:sldMkLst>
          <pc:docMk/>
          <pc:sldMk cId="917805571" sldId="263"/>
        </pc:sldMkLst>
        <pc:spChg chg="mod">
          <ac:chgData name="Lara-Aida Jopp" userId="a9e2f407ef8155ce" providerId="LiveId" clId="{EB93BFB5-76CE-54F8-BED3-523D13B8C2DE}" dt="2025-09-17T05:56:58.436" v="384" actId="20577"/>
          <ac:spMkLst>
            <pc:docMk/>
            <pc:sldMk cId="917805571" sldId="263"/>
            <ac:spMk id="10" creationId="{1D904180-D2C5-021A-8984-8121EEC6911E}"/>
          </ac:spMkLst>
        </pc:spChg>
        <pc:spChg chg="mod">
          <ac:chgData name="Lara-Aida Jopp" userId="a9e2f407ef8155ce" providerId="LiveId" clId="{EB93BFB5-76CE-54F8-BED3-523D13B8C2DE}" dt="2025-09-17T05:59:29.793" v="449" actId="14100"/>
          <ac:spMkLst>
            <pc:docMk/>
            <pc:sldMk cId="917805571" sldId="263"/>
            <ac:spMk id="13" creationId="{E99301C1-4124-3CA0-F752-42991C63B771}"/>
          </ac:spMkLst>
        </pc:spChg>
        <pc:spChg chg="del">
          <ac:chgData name="Lara-Aida Jopp" userId="a9e2f407ef8155ce" providerId="LiveId" clId="{EB93BFB5-76CE-54F8-BED3-523D13B8C2DE}" dt="2025-09-17T05:59:44.093" v="452" actId="478"/>
          <ac:spMkLst>
            <pc:docMk/>
            <pc:sldMk cId="917805571" sldId="263"/>
            <ac:spMk id="28" creationId="{91028493-0832-0AAF-CCC1-766CFD89B481}"/>
          </ac:spMkLst>
        </pc:spChg>
        <pc:spChg chg="del">
          <ac:chgData name="Lara-Aida Jopp" userId="a9e2f407ef8155ce" providerId="LiveId" clId="{EB93BFB5-76CE-54F8-BED3-523D13B8C2DE}" dt="2025-09-17T05:59:42.637" v="451" actId="478"/>
          <ac:spMkLst>
            <pc:docMk/>
            <pc:sldMk cId="917805571" sldId="263"/>
            <ac:spMk id="29" creationId="{C4590A5A-BDAC-D7E9-CDE3-8762BA2F1985}"/>
          </ac:spMkLst>
        </pc:spChg>
        <pc:picChg chg="del">
          <ac:chgData name="Lara-Aida Jopp" userId="a9e2f407ef8155ce" providerId="LiveId" clId="{EB93BFB5-76CE-54F8-BED3-523D13B8C2DE}" dt="2025-09-17T05:59:40.351" v="450" actId="478"/>
          <ac:picMkLst>
            <pc:docMk/>
            <pc:sldMk cId="917805571" sldId="263"/>
            <ac:picMk id="19" creationId="{AC1EF8CD-DBE9-92ED-BC32-AB677685FB91}"/>
          </ac:picMkLst>
        </pc:picChg>
      </pc:sldChg>
      <pc:sldChg chg="delSp modSp add mod">
        <pc:chgData name="Lara-Aida Jopp" userId="a9e2f407ef8155ce" providerId="LiveId" clId="{EB93BFB5-76CE-54F8-BED3-523D13B8C2DE}" dt="2025-09-17T06:00:53.830" v="469" actId="478"/>
        <pc:sldMkLst>
          <pc:docMk/>
          <pc:sldMk cId="3698667368" sldId="264"/>
        </pc:sldMkLst>
        <pc:spChg chg="mod">
          <ac:chgData name="Lara-Aida Jopp" userId="a9e2f407ef8155ce" providerId="LiveId" clId="{EB93BFB5-76CE-54F8-BED3-523D13B8C2DE}" dt="2025-09-17T06:00:04.900" v="455" actId="20577"/>
          <ac:spMkLst>
            <pc:docMk/>
            <pc:sldMk cId="3698667368" sldId="264"/>
            <ac:spMk id="10" creationId="{3E47E7C5-830C-BB0C-FDEB-FAECB4B9C3F2}"/>
          </ac:spMkLst>
        </pc:spChg>
        <pc:spChg chg="mod">
          <ac:chgData name="Lara-Aida Jopp" userId="a9e2f407ef8155ce" providerId="LiveId" clId="{EB93BFB5-76CE-54F8-BED3-523D13B8C2DE}" dt="2025-09-17T06:00:47.281" v="466" actId="14100"/>
          <ac:spMkLst>
            <pc:docMk/>
            <pc:sldMk cId="3698667368" sldId="264"/>
            <ac:spMk id="13" creationId="{3C3A8DF0-283C-6078-F3E0-E90C1874910A}"/>
          </ac:spMkLst>
        </pc:spChg>
        <pc:spChg chg="del">
          <ac:chgData name="Lara-Aida Jopp" userId="a9e2f407ef8155ce" providerId="LiveId" clId="{EB93BFB5-76CE-54F8-BED3-523D13B8C2DE}" dt="2025-09-17T06:00:51.970" v="468" actId="478"/>
          <ac:spMkLst>
            <pc:docMk/>
            <pc:sldMk cId="3698667368" sldId="264"/>
            <ac:spMk id="28" creationId="{777AC385-D7CB-7FF4-ADAF-B905084EE968}"/>
          </ac:spMkLst>
        </pc:spChg>
        <pc:spChg chg="del">
          <ac:chgData name="Lara-Aida Jopp" userId="a9e2f407ef8155ce" providerId="LiveId" clId="{EB93BFB5-76CE-54F8-BED3-523D13B8C2DE}" dt="2025-09-17T06:00:53.830" v="469" actId="478"/>
          <ac:spMkLst>
            <pc:docMk/>
            <pc:sldMk cId="3698667368" sldId="264"/>
            <ac:spMk id="29" creationId="{F1962CAD-9328-6B61-F2D3-C93567139B61}"/>
          </ac:spMkLst>
        </pc:spChg>
        <pc:picChg chg="del">
          <ac:chgData name="Lara-Aida Jopp" userId="a9e2f407ef8155ce" providerId="LiveId" clId="{EB93BFB5-76CE-54F8-BED3-523D13B8C2DE}" dt="2025-09-17T06:00:49.523" v="467" actId="478"/>
          <ac:picMkLst>
            <pc:docMk/>
            <pc:sldMk cId="3698667368" sldId="264"/>
            <ac:picMk id="19" creationId="{75DE6D27-74D8-D653-AAAE-C085F1CA0B0E}"/>
          </ac:picMkLst>
        </pc:picChg>
      </pc:sldChg>
      <pc:sldChg chg="delSp modSp add mod">
        <pc:chgData name="Lara-Aida Jopp" userId="a9e2f407ef8155ce" providerId="LiveId" clId="{EB93BFB5-76CE-54F8-BED3-523D13B8C2DE}" dt="2025-09-17T06:02:06.118" v="493" actId="478"/>
        <pc:sldMkLst>
          <pc:docMk/>
          <pc:sldMk cId="3595537991" sldId="265"/>
        </pc:sldMkLst>
        <pc:spChg chg="mod">
          <ac:chgData name="Lara-Aida Jopp" userId="a9e2f407ef8155ce" providerId="LiveId" clId="{EB93BFB5-76CE-54F8-BED3-523D13B8C2DE}" dt="2025-09-17T06:01:10.750" v="472" actId="20577"/>
          <ac:spMkLst>
            <pc:docMk/>
            <pc:sldMk cId="3595537991" sldId="265"/>
            <ac:spMk id="10" creationId="{BEF574B0-AF18-70E5-4503-02AAFD212846}"/>
          </ac:spMkLst>
        </pc:spChg>
        <pc:spChg chg="mod">
          <ac:chgData name="Lara-Aida Jopp" userId="a9e2f407ef8155ce" providerId="LiveId" clId="{EB93BFB5-76CE-54F8-BED3-523D13B8C2DE}" dt="2025-09-17T06:02:01.700" v="490" actId="14100"/>
          <ac:spMkLst>
            <pc:docMk/>
            <pc:sldMk cId="3595537991" sldId="265"/>
            <ac:spMk id="13" creationId="{D3218632-999D-820F-BD4F-156719C0BC35}"/>
          </ac:spMkLst>
        </pc:spChg>
        <pc:spChg chg="del">
          <ac:chgData name="Lara-Aida Jopp" userId="a9e2f407ef8155ce" providerId="LiveId" clId="{EB93BFB5-76CE-54F8-BED3-523D13B8C2DE}" dt="2025-09-17T06:02:04.428" v="492" actId="478"/>
          <ac:spMkLst>
            <pc:docMk/>
            <pc:sldMk cId="3595537991" sldId="265"/>
            <ac:spMk id="28" creationId="{9A388348-5EFF-5FC8-076C-73DBB7FA1D4C}"/>
          </ac:spMkLst>
        </pc:spChg>
        <pc:spChg chg="del">
          <ac:chgData name="Lara-Aida Jopp" userId="a9e2f407ef8155ce" providerId="LiveId" clId="{EB93BFB5-76CE-54F8-BED3-523D13B8C2DE}" dt="2025-09-17T06:02:06.118" v="493" actId="478"/>
          <ac:spMkLst>
            <pc:docMk/>
            <pc:sldMk cId="3595537991" sldId="265"/>
            <ac:spMk id="29" creationId="{76572842-FF39-3929-A024-8929EB22A9EE}"/>
          </ac:spMkLst>
        </pc:spChg>
        <pc:picChg chg="del">
          <ac:chgData name="Lara-Aida Jopp" userId="a9e2f407ef8155ce" providerId="LiveId" clId="{EB93BFB5-76CE-54F8-BED3-523D13B8C2DE}" dt="2025-09-17T06:02:03.090" v="491" actId="478"/>
          <ac:picMkLst>
            <pc:docMk/>
            <pc:sldMk cId="3595537991" sldId="265"/>
            <ac:picMk id="19" creationId="{867E5EB0-A5D2-F42D-4EE0-3ADEF691D7E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1FF8D5-07AF-794C-9522-33845F359C19}" type="datetimeFigureOut">
              <a:t>9/17/25</a:t>
            </a:fld>
            <a:endParaRPr lang="en-US"/>
          </a:p>
        </p:txBody>
      </p:sp>
      <p:sp>
        <p:nvSpPr>
          <p:cNvPr id="4" name="Folienbildplatzhalter 3"/>
          <p:cNvSpPr>
            <a:spLocks noGrp="1" noRot="1" noChangeAspect="1"/>
          </p:cNvSpPr>
          <p:nvPr>
            <p:ph type="sldImg" idx="2"/>
          </p:nvPr>
        </p:nvSpPr>
        <p:spPr>
          <a:xfrm>
            <a:off x="2327275" y="1143000"/>
            <a:ext cx="22034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135201-C292-6C48-9F4C-F5283A0EF994}" type="slidenum">
              <a:t>‹Nr.›</a:t>
            </a:fld>
            <a:endParaRPr lang="en-US"/>
          </a:p>
        </p:txBody>
      </p:sp>
    </p:spTree>
    <p:extLst>
      <p:ext uri="{BB962C8B-B14F-4D97-AF65-F5344CB8AC3E}">
        <p14:creationId xmlns:p14="http://schemas.microsoft.com/office/powerpoint/2010/main" val="4093268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fld id="{68135201-C292-6C48-9F4C-F5283A0EF994}" type="slidenum">
              <a:t>1</a:t>
            </a:fld>
            <a:endParaRPr lang="en-US"/>
          </a:p>
        </p:txBody>
      </p:sp>
    </p:spTree>
    <p:extLst>
      <p:ext uri="{BB962C8B-B14F-4D97-AF65-F5344CB8AC3E}">
        <p14:creationId xmlns:p14="http://schemas.microsoft.com/office/powerpoint/2010/main" val="3567292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EF08A-C3DB-B9AB-C0A5-52EF4855E4B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ECF0034-6D2C-973D-8B40-B64E68A8265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85CA55C-57E3-4132-9C5E-744CC8BEC0DC}"/>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C3510DE3-B660-BCB9-BE08-0210A698BADF}"/>
              </a:ext>
            </a:extLst>
          </p:cNvPr>
          <p:cNvSpPr>
            <a:spLocks noGrp="1"/>
          </p:cNvSpPr>
          <p:nvPr>
            <p:ph type="sldNum" sz="quarter" idx="5"/>
          </p:nvPr>
        </p:nvSpPr>
        <p:spPr/>
        <p:txBody>
          <a:bodyPr/>
          <a:lstStyle/>
          <a:p>
            <a:fld id="{68135201-C292-6C48-9F4C-F5283A0EF994}" type="slidenum">
              <a:t>2</a:t>
            </a:fld>
            <a:endParaRPr lang="en-US"/>
          </a:p>
        </p:txBody>
      </p:sp>
    </p:spTree>
    <p:extLst>
      <p:ext uri="{BB962C8B-B14F-4D97-AF65-F5344CB8AC3E}">
        <p14:creationId xmlns:p14="http://schemas.microsoft.com/office/powerpoint/2010/main" val="2136861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F630D-9BEB-BDCF-7522-EDAEF6FBC6D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D00BDA1-3EF2-B083-011F-98C6107BE7B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F797D28-61B6-37D2-6957-CC0813FE035B}"/>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8DD00A87-D4DD-47E7-D6D9-12D636F62EC2}"/>
              </a:ext>
            </a:extLst>
          </p:cNvPr>
          <p:cNvSpPr>
            <a:spLocks noGrp="1"/>
          </p:cNvSpPr>
          <p:nvPr>
            <p:ph type="sldNum" sz="quarter" idx="5"/>
          </p:nvPr>
        </p:nvSpPr>
        <p:spPr/>
        <p:txBody>
          <a:bodyPr/>
          <a:lstStyle/>
          <a:p>
            <a:fld id="{68135201-C292-6C48-9F4C-F5283A0EF994}" type="slidenum">
              <a:t>3</a:t>
            </a:fld>
            <a:endParaRPr lang="en-US"/>
          </a:p>
        </p:txBody>
      </p:sp>
    </p:spTree>
    <p:extLst>
      <p:ext uri="{BB962C8B-B14F-4D97-AF65-F5344CB8AC3E}">
        <p14:creationId xmlns:p14="http://schemas.microsoft.com/office/powerpoint/2010/main" val="3530200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81353-87C0-E5A4-7BCD-2A757978215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85D4DD3-91CE-A324-DE02-72D7FA9555D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4178E35-44FC-AC5E-6E99-7E3B99A929FB}"/>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BF32C5F2-33BF-8097-C62D-9C4AFA08EEF5}"/>
              </a:ext>
            </a:extLst>
          </p:cNvPr>
          <p:cNvSpPr>
            <a:spLocks noGrp="1"/>
          </p:cNvSpPr>
          <p:nvPr>
            <p:ph type="sldNum" sz="quarter" idx="5"/>
          </p:nvPr>
        </p:nvSpPr>
        <p:spPr/>
        <p:txBody>
          <a:bodyPr/>
          <a:lstStyle/>
          <a:p>
            <a:fld id="{68135201-C292-6C48-9F4C-F5283A0EF994}" type="slidenum">
              <a:t>4</a:t>
            </a:fld>
            <a:endParaRPr lang="en-US"/>
          </a:p>
        </p:txBody>
      </p:sp>
    </p:spTree>
    <p:extLst>
      <p:ext uri="{BB962C8B-B14F-4D97-AF65-F5344CB8AC3E}">
        <p14:creationId xmlns:p14="http://schemas.microsoft.com/office/powerpoint/2010/main" val="1939216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32448" y="1627426"/>
            <a:ext cx="6034405" cy="3462020"/>
          </a:xfrm>
        </p:spPr>
        <p:txBody>
          <a:bodyPr anchor="b"/>
          <a:lstStyle>
            <a:lvl1pPr algn="ctr">
              <a:defRPr sz="4658"/>
            </a:lvl1pPr>
          </a:lstStyle>
          <a:p>
            <a:r>
              <a:rPr lang="de-DE" dirty="0"/>
              <a:t>Mastertitelformat bearbeiten</a:t>
            </a:r>
            <a:endParaRPr lang="en-US" dirty="0"/>
          </a:p>
        </p:txBody>
      </p:sp>
      <p:sp>
        <p:nvSpPr>
          <p:cNvPr id="3" name="Subtitle 2"/>
          <p:cNvSpPr>
            <a:spLocks noGrp="1"/>
          </p:cNvSpPr>
          <p:nvPr>
            <p:ph type="subTitle" idx="1"/>
          </p:nvPr>
        </p:nvSpPr>
        <p:spPr>
          <a:xfrm>
            <a:off x="887413" y="5222955"/>
            <a:ext cx="5324475" cy="2400855"/>
          </a:xfrm>
        </p:spPr>
        <p:txBody>
          <a:bodyPr/>
          <a:lstStyle>
            <a:lvl1pPr marL="0" indent="0" algn="ctr">
              <a:buNone/>
              <a:defRPr sz="1863"/>
            </a:lvl1pPr>
            <a:lvl2pPr marL="354970" indent="0" algn="ctr">
              <a:buNone/>
              <a:defRPr sz="1553"/>
            </a:lvl2pPr>
            <a:lvl3pPr marL="709940" indent="0" algn="ctr">
              <a:buNone/>
              <a:defRPr sz="1398"/>
            </a:lvl3pPr>
            <a:lvl4pPr marL="1064910" indent="0" algn="ctr">
              <a:buNone/>
              <a:defRPr sz="1242"/>
            </a:lvl4pPr>
            <a:lvl5pPr marL="1419880" indent="0" algn="ctr">
              <a:buNone/>
              <a:defRPr sz="1242"/>
            </a:lvl5pPr>
            <a:lvl6pPr marL="1774850" indent="0" algn="ctr">
              <a:buNone/>
              <a:defRPr sz="1242"/>
            </a:lvl6pPr>
            <a:lvl7pPr marL="2129820" indent="0" algn="ctr">
              <a:buNone/>
              <a:defRPr sz="1242"/>
            </a:lvl7pPr>
            <a:lvl8pPr marL="2484791" indent="0" algn="ctr">
              <a:buNone/>
              <a:defRPr sz="1242"/>
            </a:lvl8pPr>
            <a:lvl9pPr marL="2839761" indent="0" algn="ctr">
              <a:buNone/>
              <a:defRPr sz="1242"/>
            </a:lvl9pPr>
          </a:lstStyle>
          <a:p>
            <a:r>
              <a:rPr lang="de-DE" dirty="0"/>
              <a:t>Master-Untertitelformat bearbeiten</a:t>
            </a:r>
            <a:endParaRPr lang="en-US" dirty="0"/>
          </a:p>
        </p:txBody>
      </p:sp>
      <p:sp>
        <p:nvSpPr>
          <p:cNvPr id="4" name="Date Placeholder 3"/>
          <p:cNvSpPr>
            <a:spLocks noGrp="1"/>
          </p:cNvSpPr>
          <p:nvPr>
            <p:ph type="dt" sz="half" idx="10"/>
          </p:nvPr>
        </p:nvSpPr>
        <p:spPr/>
        <p:txBody>
          <a:bodyPr/>
          <a:lstStyle/>
          <a:p>
            <a:fld id="{B6988924-A2AB-D743-97C9-919496A5C2C4}" type="datetimeFigureOut">
              <a:t>9/15/25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3952226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Mastertitelformat bearbeiten</a:t>
            </a:r>
            <a:endParaRPr lang="en-US" dirty="0"/>
          </a:p>
        </p:txBody>
      </p:sp>
      <p:sp>
        <p:nvSpPr>
          <p:cNvPr id="3" name="Content Placeholder 2"/>
          <p:cNvSpPr>
            <a:spLocks noGrp="1"/>
          </p:cNvSpPr>
          <p:nvPr>
            <p:ph idx="1"/>
          </p:nvPr>
        </p:nvSpPr>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Date Placeholder 3"/>
          <p:cNvSpPr>
            <a:spLocks noGrp="1"/>
          </p:cNvSpPr>
          <p:nvPr>
            <p:ph type="dt" sz="half" idx="10"/>
          </p:nvPr>
        </p:nvSpPr>
        <p:spPr/>
        <p:txBody>
          <a:bodyPr/>
          <a:lstStyle/>
          <a:p>
            <a:fld id="{B6988924-A2AB-D743-97C9-919496A5C2C4}" type="datetimeFigureOut">
              <a:t>9/15/25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3756024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84380" y="2479122"/>
            <a:ext cx="6123146" cy="4136469"/>
          </a:xfrm>
        </p:spPr>
        <p:txBody>
          <a:bodyPr anchor="b"/>
          <a:lstStyle>
            <a:lvl1pPr>
              <a:defRPr sz="4658"/>
            </a:lvl1pPr>
          </a:lstStyle>
          <a:p>
            <a:r>
              <a:rPr lang="de-DE" dirty="0"/>
              <a:t>Mastertitelformat bearbeiten</a:t>
            </a:r>
            <a:endParaRPr lang="en-US" dirty="0"/>
          </a:p>
        </p:txBody>
      </p:sp>
      <p:sp>
        <p:nvSpPr>
          <p:cNvPr id="3" name="Text Placeholder 2"/>
          <p:cNvSpPr>
            <a:spLocks noGrp="1"/>
          </p:cNvSpPr>
          <p:nvPr>
            <p:ph type="body" idx="1"/>
          </p:nvPr>
        </p:nvSpPr>
        <p:spPr>
          <a:xfrm>
            <a:off x="484380" y="6654724"/>
            <a:ext cx="6123146" cy="2175271"/>
          </a:xfrm>
        </p:spPr>
        <p:txBody>
          <a:bodyPr/>
          <a:lstStyle>
            <a:lvl1pPr marL="0" indent="0">
              <a:buNone/>
              <a:defRPr sz="1863">
                <a:solidFill>
                  <a:schemeClr val="tx1">
                    <a:tint val="82000"/>
                  </a:schemeClr>
                </a:solidFill>
              </a:defRPr>
            </a:lvl1pPr>
            <a:lvl2pPr marL="354970" indent="0">
              <a:buNone/>
              <a:defRPr sz="1553">
                <a:solidFill>
                  <a:schemeClr val="tx1">
                    <a:tint val="82000"/>
                  </a:schemeClr>
                </a:solidFill>
              </a:defRPr>
            </a:lvl2pPr>
            <a:lvl3pPr marL="709940" indent="0">
              <a:buNone/>
              <a:defRPr sz="1398">
                <a:solidFill>
                  <a:schemeClr val="tx1">
                    <a:tint val="82000"/>
                  </a:schemeClr>
                </a:solidFill>
              </a:defRPr>
            </a:lvl3pPr>
            <a:lvl4pPr marL="1064910" indent="0">
              <a:buNone/>
              <a:defRPr sz="1242">
                <a:solidFill>
                  <a:schemeClr val="tx1">
                    <a:tint val="82000"/>
                  </a:schemeClr>
                </a:solidFill>
              </a:defRPr>
            </a:lvl4pPr>
            <a:lvl5pPr marL="1419880" indent="0">
              <a:buNone/>
              <a:defRPr sz="1242">
                <a:solidFill>
                  <a:schemeClr val="tx1">
                    <a:tint val="82000"/>
                  </a:schemeClr>
                </a:solidFill>
              </a:defRPr>
            </a:lvl5pPr>
            <a:lvl6pPr marL="1774850" indent="0">
              <a:buNone/>
              <a:defRPr sz="1242">
                <a:solidFill>
                  <a:schemeClr val="tx1">
                    <a:tint val="82000"/>
                  </a:schemeClr>
                </a:solidFill>
              </a:defRPr>
            </a:lvl6pPr>
            <a:lvl7pPr marL="2129820" indent="0">
              <a:buNone/>
              <a:defRPr sz="1242">
                <a:solidFill>
                  <a:schemeClr val="tx1">
                    <a:tint val="82000"/>
                  </a:schemeClr>
                </a:solidFill>
              </a:defRPr>
            </a:lvl7pPr>
            <a:lvl8pPr marL="2484791" indent="0">
              <a:buNone/>
              <a:defRPr sz="1242">
                <a:solidFill>
                  <a:schemeClr val="tx1">
                    <a:tint val="82000"/>
                  </a:schemeClr>
                </a:solidFill>
              </a:defRPr>
            </a:lvl8pPr>
            <a:lvl9pPr marL="2839761" indent="0">
              <a:buNone/>
              <a:defRPr sz="1242">
                <a:solidFill>
                  <a:schemeClr val="tx1">
                    <a:tint val="82000"/>
                  </a:schemeClr>
                </a:solidFill>
              </a:defRPr>
            </a:lvl9pPr>
          </a:lstStyle>
          <a:p>
            <a:pPr lvl="0"/>
            <a:r>
              <a:rPr lang="de-DE" dirty="0"/>
              <a:t>Mastertextformat bearbeiten</a:t>
            </a:r>
          </a:p>
        </p:txBody>
      </p:sp>
      <p:sp>
        <p:nvSpPr>
          <p:cNvPr id="4" name="Date Placeholder 3"/>
          <p:cNvSpPr>
            <a:spLocks noGrp="1"/>
          </p:cNvSpPr>
          <p:nvPr>
            <p:ph type="dt" sz="half" idx="10"/>
          </p:nvPr>
        </p:nvSpPr>
        <p:spPr/>
        <p:txBody>
          <a:bodyPr/>
          <a:lstStyle/>
          <a:p>
            <a:fld id="{B6988924-A2AB-D743-97C9-919496A5C2C4}" type="datetimeFigureOut">
              <a:t>9/15/25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3161978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Mastertitelformat bearbeiten</a:t>
            </a:r>
            <a:endParaRPr lang="en-US" dirty="0"/>
          </a:p>
        </p:txBody>
      </p:sp>
      <p:sp>
        <p:nvSpPr>
          <p:cNvPr id="3" name="Content Placeholder 2"/>
          <p:cNvSpPr>
            <a:spLocks noGrp="1"/>
          </p:cNvSpPr>
          <p:nvPr>
            <p:ph sz="half" idx="1"/>
          </p:nvPr>
        </p:nvSpPr>
        <p:spPr>
          <a:xfrm>
            <a:off x="488077" y="2647156"/>
            <a:ext cx="3017203" cy="630944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Content Placeholder 3"/>
          <p:cNvSpPr>
            <a:spLocks noGrp="1"/>
          </p:cNvSpPr>
          <p:nvPr>
            <p:ph sz="half" idx="2"/>
          </p:nvPr>
        </p:nvSpPr>
        <p:spPr>
          <a:xfrm>
            <a:off x="3594020" y="2647156"/>
            <a:ext cx="3017203" cy="630944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5" name="Date Placeholder 4"/>
          <p:cNvSpPr>
            <a:spLocks noGrp="1"/>
          </p:cNvSpPr>
          <p:nvPr>
            <p:ph type="dt" sz="half" idx="10"/>
          </p:nvPr>
        </p:nvSpPr>
        <p:spPr/>
        <p:txBody>
          <a:bodyPr/>
          <a:lstStyle/>
          <a:p>
            <a:fld id="{B6988924-A2AB-D743-97C9-919496A5C2C4}" type="datetimeFigureOut">
              <a:t>9/15/25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2257752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89002" y="529434"/>
            <a:ext cx="6123146" cy="1922066"/>
          </a:xfrm>
        </p:spPr>
        <p:txBody>
          <a:bodyPr/>
          <a:lstStyle/>
          <a:p>
            <a:r>
              <a:rPr lang="de-DE" dirty="0"/>
              <a:t>Mastertitelformat bearbeiten</a:t>
            </a:r>
            <a:endParaRPr lang="en-US" dirty="0"/>
          </a:p>
        </p:txBody>
      </p:sp>
      <p:sp>
        <p:nvSpPr>
          <p:cNvPr id="3" name="Text Placeholder 2"/>
          <p:cNvSpPr>
            <a:spLocks noGrp="1"/>
          </p:cNvSpPr>
          <p:nvPr>
            <p:ph type="body" idx="1"/>
          </p:nvPr>
        </p:nvSpPr>
        <p:spPr>
          <a:xfrm>
            <a:off x="489002" y="2437687"/>
            <a:ext cx="3003336" cy="1194672"/>
          </a:xfrm>
        </p:spPr>
        <p:txBody>
          <a:bodyPr anchor="b"/>
          <a:lstStyle>
            <a:lvl1pPr marL="0" indent="0">
              <a:buNone/>
              <a:defRPr sz="1863" b="1"/>
            </a:lvl1pPr>
            <a:lvl2pPr marL="354970" indent="0">
              <a:buNone/>
              <a:defRPr sz="1553" b="1"/>
            </a:lvl2pPr>
            <a:lvl3pPr marL="709940" indent="0">
              <a:buNone/>
              <a:defRPr sz="1398" b="1"/>
            </a:lvl3pPr>
            <a:lvl4pPr marL="1064910" indent="0">
              <a:buNone/>
              <a:defRPr sz="1242" b="1"/>
            </a:lvl4pPr>
            <a:lvl5pPr marL="1419880" indent="0">
              <a:buNone/>
              <a:defRPr sz="1242" b="1"/>
            </a:lvl5pPr>
            <a:lvl6pPr marL="1774850" indent="0">
              <a:buNone/>
              <a:defRPr sz="1242" b="1"/>
            </a:lvl6pPr>
            <a:lvl7pPr marL="2129820" indent="0">
              <a:buNone/>
              <a:defRPr sz="1242" b="1"/>
            </a:lvl7pPr>
            <a:lvl8pPr marL="2484791" indent="0">
              <a:buNone/>
              <a:defRPr sz="1242" b="1"/>
            </a:lvl8pPr>
            <a:lvl9pPr marL="2839761" indent="0">
              <a:buNone/>
              <a:defRPr sz="1242" b="1"/>
            </a:lvl9pPr>
          </a:lstStyle>
          <a:p>
            <a:pPr lvl="0"/>
            <a:r>
              <a:rPr lang="de-DE" dirty="0"/>
              <a:t>Mastertextformat bearbeiten</a:t>
            </a:r>
          </a:p>
        </p:txBody>
      </p:sp>
      <p:sp>
        <p:nvSpPr>
          <p:cNvPr id="4" name="Content Placeholder 3"/>
          <p:cNvSpPr>
            <a:spLocks noGrp="1"/>
          </p:cNvSpPr>
          <p:nvPr>
            <p:ph sz="half" idx="2"/>
          </p:nvPr>
        </p:nvSpPr>
        <p:spPr>
          <a:xfrm>
            <a:off x="489002" y="3632359"/>
            <a:ext cx="3003336" cy="5342653"/>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5" name="Text Placeholder 4"/>
          <p:cNvSpPr>
            <a:spLocks noGrp="1"/>
          </p:cNvSpPr>
          <p:nvPr>
            <p:ph type="body" sz="quarter" idx="3"/>
          </p:nvPr>
        </p:nvSpPr>
        <p:spPr>
          <a:xfrm>
            <a:off x="3594021" y="2437687"/>
            <a:ext cx="3018127" cy="1194672"/>
          </a:xfrm>
        </p:spPr>
        <p:txBody>
          <a:bodyPr anchor="b"/>
          <a:lstStyle>
            <a:lvl1pPr marL="0" indent="0">
              <a:buNone/>
              <a:defRPr sz="1863" b="1"/>
            </a:lvl1pPr>
            <a:lvl2pPr marL="354970" indent="0">
              <a:buNone/>
              <a:defRPr sz="1553" b="1"/>
            </a:lvl2pPr>
            <a:lvl3pPr marL="709940" indent="0">
              <a:buNone/>
              <a:defRPr sz="1398" b="1"/>
            </a:lvl3pPr>
            <a:lvl4pPr marL="1064910" indent="0">
              <a:buNone/>
              <a:defRPr sz="1242" b="1"/>
            </a:lvl4pPr>
            <a:lvl5pPr marL="1419880" indent="0">
              <a:buNone/>
              <a:defRPr sz="1242" b="1"/>
            </a:lvl5pPr>
            <a:lvl6pPr marL="1774850" indent="0">
              <a:buNone/>
              <a:defRPr sz="1242" b="1"/>
            </a:lvl6pPr>
            <a:lvl7pPr marL="2129820" indent="0">
              <a:buNone/>
              <a:defRPr sz="1242" b="1"/>
            </a:lvl7pPr>
            <a:lvl8pPr marL="2484791" indent="0">
              <a:buNone/>
              <a:defRPr sz="1242" b="1"/>
            </a:lvl8pPr>
            <a:lvl9pPr marL="2839761" indent="0">
              <a:buNone/>
              <a:defRPr sz="1242" b="1"/>
            </a:lvl9pPr>
          </a:lstStyle>
          <a:p>
            <a:pPr lvl="0"/>
            <a:r>
              <a:rPr lang="de-DE" dirty="0"/>
              <a:t>Mastertextformat bearbeiten</a:t>
            </a:r>
          </a:p>
        </p:txBody>
      </p:sp>
      <p:sp>
        <p:nvSpPr>
          <p:cNvPr id="6" name="Content Placeholder 5"/>
          <p:cNvSpPr>
            <a:spLocks noGrp="1"/>
          </p:cNvSpPr>
          <p:nvPr>
            <p:ph sz="quarter" idx="4"/>
          </p:nvPr>
        </p:nvSpPr>
        <p:spPr>
          <a:xfrm>
            <a:off x="3594021" y="3632359"/>
            <a:ext cx="3018127" cy="5342653"/>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7" name="Date Placeholder 6"/>
          <p:cNvSpPr>
            <a:spLocks noGrp="1"/>
          </p:cNvSpPr>
          <p:nvPr>
            <p:ph type="dt" sz="half" idx="10"/>
          </p:nvPr>
        </p:nvSpPr>
        <p:spPr/>
        <p:txBody>
          <a:bodyPr/>
          <a:lstStyle/>
          <a:p>
            <a:fld id="{B6988924-A2AB-D743-97C9-919496A5C2C4}" type="datetimeFigureOut">
              <a:t>9/15/25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140031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Mastertitelformat bearbeiten</a:t>
            </a:r>
            <a:endParaRPr lang="en-US" dirty="0"/>
          </a:p>
        </p:txBody>
      </p:sp>
      <p:sp>
        <p:nvSpPr>
          <p:cNvPr id="3" name="Date Placeholder 2"/>
          <p:cNvSpPr>
            <a:spLocks noGrp="1"/>
          </p:cNvSpPr>
          <p:nvPr>
            <p:ph type="dt" sz="half" idx="10"/>
          </p:nvPr>
        </p:nvSpPr>
        <p:spPr/>
        <p:txBody>
          <a:bodyPr/>
          <a:lstStyle/>
          <a:p>
            <a:fld id="{B6988924-A2AB-D743-97C9-919496A5C2C4}" type="datetimeFigureOut">
              <a:t>9/15/25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4049989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988924-A2AB-D743-97C9-919496A5C2C4}" type="datetimeFigureOut">
              <a:t>9/15/25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34484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89002" y="662940"/>
            <a:ext cx="2289709" cy="2320290"/>
          </a:xfrm>
        </p:spPr>
        <p:txBody>
          <a:bodyPr anchor="b"/>
          <a:lstStyle>
            <a:lvl1pPr>
              <a:defRPr sz="2484"/>
            </a:lvl1pPr>
          </a:lstStyle>
          <a:p>
            <a:r>
              <a:rPr lang="de-DE" dirty="0"/>
              <a:t>Mastertitelformat bearbeiten</a:t>
            </a:r>
            <a:endParaRPr lang="en-US" dirty="0"/>
          </a:p>
        </p:txBody>
      </p:sp>
      <p:sp>
        <p:nvSpPr>
          <p:cNvPr id="3" name="Content Placeholder 2"/>
          <p:cNvSpPr>
            <a:spLocks noGrp="1"/>
          </p:cNvSpPr>
          <p:nvPr>
            <p:ph idx="1"/>
          </p:nvPr>
        </p:nvSpPr>
        <p:spPr>
          <a:xfrm>
            <a:off x="3018127" y="1431769"/>
            <a:ext cx="3594021" cy="7066756"/>
          </a:xfrm>
        </p:spPr>
        <p:txBody>
          <a:bodyPr/>
          <a:lstStyle>
            <a:lvl1pPr>
              <a:defRPr sz="2484"/>
            </a:lvl1pPr>
            <a:lvl2pPr>
              <a:defRPr sz="2174"/>
            </a:lvl2pPr>
            <a:lvl3pPr>
              <a:defRPr sz="1863"/>
            </a:lvl3pPr>
            <a:lvl4pPr>
              <a:defRPr sz="1553"/>
            </a:lvl4pPr>
            <a:lvl5pPr>
              <a:defRPr sz="1553"/>
            </a:lvl5pPr>
            <a:lvl6pPr>
              <a:defRPr sz="1553"/>
            </a:lvl6pPr>
            <a:lvl7pPr>
              <a:defRPr sz="1553"/>
            </a:lvl7pPr>
            <a:lvl8pPr>
              <a:defRPr sz="1553"/>
            </a:lvl8pPr>
            <a:lvl9pPr>
              <a:defRPr sz="1553"/>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Text Placeholder 3"/>
          <p:cNvSpPr>
            <a:spLocks noGrp="1"/>
          </p:cNvSpPr>
          <p:nvPr>
            <p:ph type="body" sz="half" idx="2"/>
          </p:nvPr>
        </p:nvSpPr>
        <p:spPr>
          <a:xfrm>
            <a:off x="489002" y="2983230"/>
            <a:ext cx="2289709" cy="5526803"/>
          </a:xfrm>
        </p:spPr>
        <p:txBody>
          <a:bodyPr/>
          <a:lstStyle>
            <a:lvl1pPr marL="0" indent="0">
              <a:buNone/>
              <a:defRPr sz="1242"/>
            </a:lvl1pPr>
            <a:lvl2pPr marL="354970" indent="0">
              <a:buNone/>
              <a:defRPr sz="1087"/>
            </a:lvl2pPr>
            <a:lvl3pPr marL="709940" indent="0">
              <a:buNone/>
              <a:defRPr sz="932"/>
            </a:lvl3pPr>
            <a:lvl4pPr marL="1064910" indent="0">
              <a:buNone/>
              <a:defRPr sz="776"/>
            </a:lvl4pPr>
            <a:lvl5pPr marL="1419880" indent="0">
              <a:buNone/>
              <a:defRPr sz="776"/>
            </a:lvl5pPr>
            <a:lvl6pPr marL="1774850" indent="0">
              <a:buNone/>
              <a:defRPr sz="776"/>
            </a:lvl6pPr>
            <a:lvl7pPr marL="2129820" indent="0">
              <a:buNone/>
              <a:defRPr sz="776"/>
            </a:lvl7pPr>
            <a:lvl8pPr marL="2484791" indent="0">
              <a:buNone/>
              <a:defRPr sz="776"/>
            </a:lvl8pPr>
            <a:lvl9pPr marL="2839761" indent="0">
              <a:buNone/>
              <a:defRPr sz="776"/>
            </a:lvl9pPr>
          </a:lstStyle>
          <a:p>
            <a:pPr lvl="0"/>
            <a:r>
              <a:rPr lang="de-DE" dirty="0"/>
              <a:t>Mastertextformat bearbeiten</a:t>
            </a:r>
          </a:p>
        </p:txBody>
      </p:sp>
      <p:sp>
        <p:nvSpPr>
          <p:cNvPr id="5" name="Date Placeholder 4"/>
          <p:cNvSpPr>
            <a:spLocks noGrp="1"/>
          </p:cNvSpPr>
          <p:nvPr>
            <p:ph type="dt" sz="half" idx="10"/>
          </p:nvPr>
        </p:nvSpPr>
        <p:spPr/>
        <p:txBody>
          <a:bodyPr/>
          <a:lstStyle/>
          <a:p>
            <a:fld id="{B6988924-A2AB-D743-97C9-919496A5C2C4}" type="datetimeFigureOut">
              <a:t>9/15/25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82011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89002" y="662940"/>
            <a:ext cx="2289709" cy="2320290"/>
          </a:xfrm>
        </p:spPr>
        <p:txBody>
          <a:bodyPr anchor="b"/>
          <a:lstStyle>
            <a:lvl1pPr>
              <a:defRPr sz="2484"/>
            </a:lvl1pPr>
          </a:lstStyle>
          <a:p>
            <a:r>
              <a:rPr lang="de-DE" dirty="0"/>
              <a:t>Mastertitelformat bearbeiten</a:t>
            </a:r>
            <a:endParaRPr lang="en-US" dirty="0"/>
          </a:p>
        </p:txBody>
      </p:sp>
      <p:sp>
        <p:nvSpPr>
          <p:cNvPr id="3" name="Picture Placeholder 2"/>
          <p:cNvSpPr>
            <a:spLocks noGrp="1" noChangeAspect="1"/>
          </p:cNvSpPr>
          <p:nvPr>
            <p:ph type="pic" idx="1"/>
          </p:nvPr>
        </p:nvSpPr>
        <p:spPr>
          <a:xfrm>
            <a:off x="3018127" y="1431769"/>
            <a:ext cx="3594021" cy="7066756"/>
          </a:xfrm>
        </p:spPr>
        <p:txBody>
          <a:bodyPr anchor="t"/>
          <a:lstStyle>
            <a:lvl1pPr marL="0" indent="0">
              <a:buNone/>
              <a:defRPr sz="2484"/>
            </a:lvl1pPr>
            <a:lvl2pPr marL="354970" indent="0">
              <a:buNone/>
              <a:defRPr sz="2174"/>
            </a:lvl2pPr>
            <a:lvl3pPr marL="709940" indent="0">
              <a:buNone/>
              <a:defRPr sz="1863"/>
            </a:lvl3pPr>
            <a:lvl4pPr marL="1064910" indent="0">
              <a:buNone/>
              <a:defRPr sz="1553"/>
            </a:lvl4pPr>
            <a:lvl5pPr marL="1419880" indent="0">
              <a:buNone/>
              <a:defRPr sz="1553"/>
            </a:lvl5pPr>
            <a:lvl6pPr marL="1774850" indent="0">
              <a:buNone/>
              <a:defRPr sz="1553"/>
            </a:lvl6pPr>
            <a:lvl7pPr marL="2129820" indent="0">
              <a:buNone/>
              <a:defRPr sz="1553"/>
            </a:lvl7pPr>
            <a:lvl8pPr marL="2484791" indent="0">
              <a:buNone/>
              <a:defRPr sz="1553"/>
            </a:lvl8pPr>
            <a:lvl9pPr marL="2839761" indent="0">
              <a:buNone/>
              <a:defRPr sz="1553"/>
            </a:lvl9pPr>
          </a:lstStyle>
          <a:p>
            <a:r>
              <a:rPr lang="de-DE" dirty="0"/>
              <a:t>Bild durch Klicken auf Symbol hinzufügen</a:t>
            </a:r>
            <a:endParaRPr lang="en-US" dirty="0"/>
          </a:p>
        </p:txBody>
      </p:sp>
      <p:sp>
        <p:nvSpPr>
          <p:cNvPr id="4" name="Text Placeholder 3"/>
          <p:cNvSpPr>
            <a:spLocks noGrp="1"/>
          </p:cNvSpPr>
          <p:nvPr>
            <p:ph type="body" sz="half" idx="2"/>
          </p:nvPr>
        </p:nvSpPr>
        <p:spPr>
          <a:xfrm>
            <a:off x="489002" y="2983230"/>
            <a:ext cx="2289709" cy="5526803"/>
          </a:xfrm>
        </p:spPr>
        <p:txBody>
          <a:bodyPr/>
          <a:lstStyle>
            <a:lvl1pPr marL="0" indent="0">
              <a:buNone/>
              <a:defRPr sz="1242"/>
            </a:lvl1pPr>
            <a:lvl2pPr marL="354970" indent="0">
              <a:buNone/>
              <a:defRPr sz="1087"/>
            </a:lvl2pPr>
            <a:lvl3pPr marL="709940" indent="0">
              <a:buNone/>
              <a:defRPr sz="932"/>
            </a:lvl3pPr>
            <a:lvl4pPr marL="1064910" indent="0">
              <a:buNone/>
              <a:defRPr sz="776"/>
            </a:lvl4pPr>
            <a:lvl5pPr marL="1419880" indent="0">
              <a:buNone/>
              <a:defRPr sz="776"/>
            </a:lvl5pPr>
            <a:lvl6pPr marL="1774850" indent="0">
              <a:buNone/>
              <a:defRPr sz="776"/>
            </a:lvl6pPr>
            <a:lvl7pPr marL="2129820" indent="0">
              <a:buNone/>
              <a:defRPr sz="776"/>
            </a:lvl7pPr>
            <a:lvl8pPr marL="2484791" indent="0">
              <a:buNone/>
              <a:defRPr sz="776"/>
            </a:lvl8pPr>
            <a:lvl9pPr marL="2839761" indent="0">
              <a:buNone/>
              <a:defRPr sz="776"/>
            </a:lvl9pPr>
          </a:lstStyle>
          <a:p>
            <a:pPr lvl="0"/>
            <a:r>
              <a:rPr lang="de-DE" dirty="0"/>
              <a:t>Mastertextformat bearbeiten</a:t>
            </a:r>
          </a:p>
        </p:txBody>
      </p:sp>
      <p:sp>
        <p:nvSpPr>
          <p:cNvPr id="5" name="Date Placeholder 4"/>
          <p:cNvSpPr>
            <a:spLocks noGrp="1"/>
          </p:cNvSpPr>
          <p:nvPr>
            <p:ph type="dt" sz="half" idx="10"/>
          </p:nvPr>
        </p:nvSpPr>
        <p:spPr/>
        <p:txBody>
          <a:bodyPr/>
          <a:lstStyle/>
          <a:p>
            <a:fld id="{B6988924-A2AB-D743-97C9-919496A5C2C4}" type="datetimeFigureOut">
              <a:t>9/15/25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2856655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Date Placeholder 3"/>
          <p:cNvSpPr>
            <a:spLocks noGrp="1"/>
          </p:cNvSpPr>
          <p:nvPr>
            <p:ph type="dt" sz="half" idx="10"/>
          </p:nvPr>
        </p:nvSpPr>
        <p:spPr/>
        <p:txBody>
          <a:bodyPr/>
          <a:lstStyle/>
          <a:p>
            <a:fld id="{B6988924-A2AB-D743-97C9-919496A5C2C4}" type="datetimeFigureOut">
              <a:t>9/15/25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3567750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080437" y="529431"/>
            <a:ext cx="1530787" cy="8427165"/>
          </a:xfrm>
        </p:spPr>
        <p:txBody>
          <a:bodyPr vert="eaVert"/>
          <a:lstStyle/>
          <a:p>
            <a:r>
              <a:rPr lang="de-DE" dirty="0"/>
              <a:t>Mastertitelformat bearbeiten</a:t>
            </a:r>
            <a:endParaRPr lang="en-US" dirty="0"/>
          </a:p>
        </p:txBody>
      </p:sp>
      <p:sp>
        <p:nvSpPr>
          <p:cNvPr id="3" name="Vertical Text Placeholder 2"/>
          <p:cNvSpPr>
            <a:spLocks noGrp="1"/>
          </p:cNvSpPr>
          <p:nvPr>
            <p:ph type="body" orient="vert" idx="1"/>
          </p:nvPr>
        </p:nvSpPr>
        <p:spPr>
          <a:xfrm>
            <a:off x="488077" y="529431"/>
            <a:ext cx="4503618" cy="8427165"/>
          </a:xfrm>
        </p:spPr>
        <p:txBody>
          <a:bodyPr vert="eaVert"/>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Date Placeholder 3"/>
          <p:cNvSpPr>
            <a:spLocks noGrp="1"/>
          </p:cNvSpPr>
          <p:nvPr>
            <p:ph type="dt" sz="half" idx="10"/>
          </p:nvPr>
        </p:nvSpPr>
        <p:spPr/>
        <p:txBody>
          <a:bodyPr/>
          <a:lstStyle/>
          <a:p>
            <a:fld id="{B6988924-A2AB-D743-97C9-919496A5C2C4}" type="datetimeFigureOut">
              <a:t>9/15/25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2097680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8077" y="529434"/>
            <a:ext cx="6123146" cy="1922066"/>
          </a:xfrm>
          <a:prstGeom prst="rect">
            <a:avLst/>
          </a:prstGeom>
        </p:spPr>
        <p:txBody>
          <a:bodyPr vert="horz" lIns="91440" tIns="45720" rIns="91440" bIns="45720" rtlCol="0" anchor="ctr">
            <a:normAutofit/>
          </a:bodyPr>
          <a:lstStyle/>
          <a:p>
            <a:r>
              <a:rPr lang="de-DE" dirty="0"/>
              <a:t>Mastertitelformat bearbeiten</a:t>
            </a:r>
            <a:endParaRPr lang="en-US" dirty="0"/>
          </a:p>
        </p:txBody>
      </p:sp>
      <p:sp>
        <p:nvSpPr>
          <p:cNvPr id="3" name="Text Placeholder 2"/>
          <p:cNvSpPr>
            <a:spLocks noGrp="1"/>
          </p:cNvSpPr>
          <p:nvPr>
            <p:ph type="body" idx="1"/>
          </p:nvPr>
        </p:nvSpPr>
        <p:spPr>
          <a:xfrm>
            <a:off x="488077" y="2647156"/>
            <a:ext cx="6123146" cy="6309440"/>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Date Placeholder 3"/>
          <p:cNvSpPr>
            <a:spLocks noGrp="1"/>
          </p:cNvSpPr>
          <p:nvPr>
            <p:ph type="dt" sz="half" idx="2"/>
          </p:nvPr>
        </p:nvSpPr>
        <p:spPr>
          <a:xfrm>
            <a:off x="488077" y="9216710"/>
            <a:ext cx="1597343" cy="529431"/>
          </a:xfrm>
          <a:prstGeom prst="rect">
            <a:avLst/>
          </a:prstGeom>
        </p:spPr>
        <p:txBody>
          <a:bodyPr vert="horz" lIns="91440" tIns="45720" rIns="91440" bIns="45720" rtlCol="0" anchor="ctr"/>
          <a:lstStyle>
            <a:lvl1pPr algn="l">
              <a:defRPr sz="932">
                <a:solidFill>
                  <a:schemeClr val="tx1">
                    <a:tint val="82000"/>
                  </a:schemeClr>
                </a:solidFill>
              </a:defRPr>
            </a:lvl1pPr>
          </a:lstStyle>
          <a:p>
            <a:fld id="{B6988924-A2AB-D743-97C9-919496A5C2C4}" type="datetimeFigureOut">
              <a:t>9/15/25</a:t>
            </a:fld>
            <a:endParaRPr lang="en-US"/>
          </a:p>
        </p:txBody>
      </p:sp>
      <p:sp>
        <p:nvSpPr>
          <p:cNvPr id="5" name="Footer Placeholder 4"/>
          <p:cNvSpPr>
            <a:spLocks noGrp="1"/>
          </p:cNvSpPr>
          <p:nvPr>
            <p:ph type="ftr" sz="quarter" idx="3"/>
          </p:nvPr>
        </p:nvSpPr>
        <p:spPr>
          <a:xfrm>
            <a:off x="2351643" y="9216710"/>
            <a:ext cx="2396014" cy="529431"/>
          </a:xfrm>
          <a:prstGeom prst="rect">
            <a:avLst/>
          </a:prstGeom>
        </p:spPr>
        <p:txBody>
          <a:bodyPr vert="horz" lIns="91440" tIns="45720" rIns="91440" bIns="45720" rtlCol="0" anchor="ctr"/>
          <a:lstStyle>
            <a:lvl1pPr algn="ctr">
              <a:defRPr sz="932">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5013880" y="9216710"/>
            <a:ext cx="1597343" cy="529431"/>
          </a:xfrm>
          <a:prstGeom prst="rect">
            <a:avLst/>
          </a:prstGeom>
        </p:spPr>
        <p:txBody>
          <a:bodyPr vert="horz" lIns="91440" tIns="45720" rIns="91440" bIns="45720" rtlCol="0" anchor="ctr"/>
          <a:lstStyle>
            <a:lvl1pPr algn="r">
              <a:defRPr sz="932">
                <a:solidFill>
                  <a:schemeClr val="tx1">
                    <a:tint val="82000"/>
                  </a:schemeClr>
                </a:solidFill>
              </a:defRPr>
            </a:lvl1pPr>
          </a:lstStyle>
          <a:p>
            <a:fld id="{1ECFCD7E-C6C9-5841-859C-7F45A0868531}" type="slidenum">
              <a:t>‹Nr.›</a:t>
            </a:fld>
            <a:endParaRPr lang="en-US"/>
          </a:p>
        </p:txBody>
      </p:sp>
    </p:spTree>
    <p:extLst>
      <p:ext uri="{BB962C8B-B14F-4D97-AF65-F5344CB8AC3E}">
        <p14:creationId xmlns:p14="http://schemas.microsoft.com/office/powerpoint/2010/main" val="150044132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709940" rtl="0" eaLnBrk="1" latinLnBrk="0" hangingPunct="1">
        <a:lnSpc>
          <a:spcPct val="90000"/>
        </a:lnSpc>
        <a:spcBef>
          <a:spcPct val="0"/>
        </a:spcBef>
        <a:buNone/>
        <a:defRPr sz="3416" kern="1200">
          <a:solidFill>
            <a:schemeClr val="tx1"/>
          </a:solidFill>
          <a:latin typeface="+mj-lt"/>
          <a:ea typeface="+mj-ea"/>
          <a:cs typeface="+mj-cs"/>
        </a:defRPr>
      </a:lvl1pPr>
    </p:titleStyle>
    <p:bodyStyle>
      <a:lvl1pPr marL="177485" indent="-177485" algn="l" defTabSz="709940" rtl="0" eaLnBrk="1" latinLnBrk="0" hangingPunct="1">
        <a:lnSpc>
          <a:spcPct val="90000"/>
        </a:lnSpc>
        <a:spcBef>
          <a:spcPts val="776"/>
        </a:spcBef>
        <a:buFont typeface="Arial" panose="020B0604020202020204" pitchFamily="34" charset="0"/>
        <a:buChar char="•"/>
        <a:defRPr sz="2174" kern="1200">
          <a:solidFill>
            <a:schemeClr val="tx1"/>
          </a:solidFill>
          <a:latin typeface="+mn-lt"/>
          <a:ea typeface="+mn-ea"/>
          <a:cs typeface="+mn-cs"/>
        </a:defRPr>
      </a:lvl1pPr>
      <a:lvl2pPr marL="532455" indent="-177485" algn="l" defTabSz="709940" rtl="0" eaLnBrk="1" latinLnBrk="0" hangingPunct="1">
        <a:lnSpc>
          <a:spcPct val="90000"/>
        </a:lnSpc>
        <a:spcBef>
          <a:spcPts val="388"/>
        </a:spcBef>
        <a:buFont typeface="Arial" panose="020B0604020202020204" pitchFamily="34" charset="0"/>
        <a:buChar char="•"/>
        <a:defRPr sz="1863" kern="1200">
          <a:solidFill>
            <a:schemeClr val="tx1"/>
          </a:solidFill>
          <a:latin typeface="+mn-lt"/>
          <a:ea typeface="+mn-ea"/>
          <a:cs typeface="+mn-cs"/>
        </a:defRPr>
      </a:lvl2pPr>
      <a:lvl3pPr marL="887425" indent="-177485" algn="l" defTabSz="709940" rtl="0" eaLnBrk="1" latinLnBrk="0" hangingPunct="1">
        <a:lnSpc>
          <a:spcPct val="90000"/>
        </a:lnSpc>
        <a:spcBef>
          <a:spcPts val="388"/>
        </a:spcBef>
        <a:buFont typeface="Arial" panose="020B0604020202020204" pitchFamily="34" charset="0"/>
        <a:buChar char="•"/>
        <a:defRPr sz="1553" kern="1200">
          <a:solidFill>
            <a:schemeClr val="tx1"/>
          </a:solidFill>
          <a:latin typeface="+mn-lt"/>
          <a:ea typeface="+mn-ea"/>
          <a:cs typeface="+mn-cs"/>
        </a:defRPr>
      </a:lvl3pPr>
      <a:lvl4pPr marL="1242395" indent="-177485" algn="l" defTabSz="709940" rtl="0" eaLnBrk="1" latinLnBrk="0" hangingPunct="1">
        <a:lnSpc>
          <a:spcPct val="90000"/>
        </a:lnSpc>
        <a:spcBef>
          <a:spcPts val="388"/>
        </a:spcBef>
        <a:buFont typeface="Arial" panose="020B0604020202020204" pitchFamily="34" charset="0"/>
        <a:buChar char="•"/>
        <a:defRPr sz="1398" kern="1200">
          <a:solidFill>
            <a:schemeClr val="tx1"/>
          </a:solidFill>
          <a:latin typeface="+mn-lt"/>
          <a:ea typeface="+mn-ea"/>
          <a:cs typeface="+mn-cs"/>
        </a:defRPr>
      </a:lvl4pPr>
      <a:lvl5pPr marL="1597365" indent="-177485" algn="l" defTabSz="709940" rtl="0" eaLnBrk="1" latinLnBrk="0" hangingPunct="1">
        <a:lnSpc>
          <a:spcPct val="90000"/>
        </a:lnSpc>
        <a:spcBef>
          <a:spcPts val="388"/>
        </a:spcBef>
        <a:buFont typeface="Arial" panose="020B0604020202020204" pitchFamily="34" charset="0"/>
        <a:buChar char="•"/>
        <a:defRPr sz="1398" kern="1200">
          <a:solidFill>
            <a:schemeClr val="tx1"/>
          </a:solidFill>
          <a:latin typeface="+mn-lt"/>
          <a:ea typeface="+mn-ea"/>
          <a:cs typeface="+mn-cs"/>
        </a:defRPr>
      </a:lvl5pPr>
      <a:lvl6pPr marL="1952335" indent="-177485" algn="l" defTabSz="709940" rtl="0" eaLnBrk="1" latinLnBrk="0" hangingPunct="1">
        <a:lnSpc>
          <a:spcPct val="90000"/>
        </a:lnSpc>
        <a:spcBef>
          <a:spcPts val="388"/>
        </a:spcBef>
        <a:buFont typeface="Arial" panose="020B0604020202020204" pitchFamily="34" charset="0"/>
        <a:buChar char="•"/>
        <a:defRPr sz="1398" kern="1200">
          <a:solidFill>
            <a:schemeClr val="tx1"/>
          </a:solidFill>
          <a:latin typeface="+mn-lt"/>
          <a:ea typeface="+mn-ea"/>
          <a:cs typeface="+mn-cs"/>
        </a:defRPr>
      </a:lvl6pPr>
      <a:lvl7pPr marL="2307306" indent="-177485" algn="l" defTabSz="709940" rtl="0" eaLnBrk="1" latinLnBrk="0" hangingPunct="1">
        <a:lnSpc>
          <a:spcPct val="90000"/>
        </a:lnSpc>
        <a:spcBef>
          <a:spcPts val="388"/>
        </a:spcBef>
        <a:buFont typeface="Arial" panose="020B0604020202020204" pitchFamily="34" charset="0"/>
        <a:buChar char="•"/>
        <a:defRPr sz="1398" kern="1200">
          <a:solidFill>
            <a:schemeClr val="tx1"/>
          </a:solidFill>
          <a:latin typeface="+mn-lt"/>
          <a:ea typeface="+mn-ea"/>
          <a:cs typeface="+mn-cs"/>
        </a:defRPr>
      </a:lvl7pPr>
      <a:lvl8pPr marL="2662276" indent="-177485" algn="l" defTabSz="709940" rtl="0" eaLnBrk="1" latinLnBrk="0" hangingPunct="1">
        <a:lnSpc>
          <a:spcPct val="90000"/>
        </a:lnSpc>
        <a:spcBef>
          <a:spcPts val="388"/>
        </a:spcBef>
        <a:buFont typeface="Arial" panose="020B0604020202020204" pitchFamily="34" charset="0"/>
        <a:buChar char="•"/>
        <a:defRPr sz="1398" kern="1200">
          <a:solidFill>
            <a:schemeClr val="tx1"/>
          </a:solidFill>
          <a:latin typeface="+mn-lt"/>
          <a:ea typeface="+mn-ea"/>
          <a:cs typeface="+mn-cs"/>
        </a:defRPr>
      </a:lvl8pPr>
      <a:lvl9pPr marL="3017246" indent="-177485" algn="l" defTabSz="709940" rtl="0" eaLnBrk="1" latinLnBrk="0" hangingPunct="1">
        <a:lnSpc>
          <a:spcPct val="90000"/>
        </a:lnSpc>
        <a:spcBef>
          <a:spcPts val="388"/>
        </a:spcBef>
        <a:buFont typeface="Arial" panose="020B0604020202020204" pitchFamily="34" charset="0"/>
        <a:buChar char="•"/>
        <a:defRPr sz="1398" kern="1200">
          <a:solidFill>
            <a:schemeClr val="tx1"/>
          </a:solidFill>
          <a:latin typeface="+mn-lt"/>
          <a:ea typeface="+mn-ea"/>
          <a:cs typeface="+mn-cs"/>
        </a:defRPr>
      </a:lvl9pPr>
    </p:bodyStyle>
    <p:otherStyle>
      <a:defPPr>
        <a:defRPr lang="en-US"/>
      </a:defPPr>
      <a:lvl1pPr marL="0" algn="l" defTabSz="709940" rtl="0" eaLnBrk="1" latinLnBrk="0" hangingPunct="1">
        <a:defRPr sz="1398" kern="1200">
          <a:solidFill>
            <a:schemeClr val="tx1"/>
          </a:solidFill>
          <a:latin typeface="+mn-lt"/>
          <a:ea typeface="+mn-ea"/>
          <a:cs typeface="+mn-cs"/>
        </a:defRPr>
      </a:lvl1pPr>
      <a:lvl2pPr marL="354970" algn="l" defTabSz="709940" rtl="0" eaLnBrk="1" latinLnBrk="0" hangingPunct="1">
        <a:defRPr sz="1398" kern="1200">
          <a:solidFill>
            <a:schemeClr val="tx1"/>
          </a:solidFill>
          <a:latin typeface="+mn-lt"/>
          <a:ea typeface="+mn-ea"/>
          <a:cs typeface="+mn-cs"/>
        </a:defRPr>
      </a:lvl2pPr>
      <a:lvl3pPr marL="709940" algn="l" defTabSz="709940" rtl="0" eaLnBrk="1" latinLnBrk="0" hangingPunct="1">
        <a:defRPr sz="1398" kern="1200">
          <a:solidFill>
            <a:schemeClr val="tx1"/>
          </a:solidFill>
          <a:latin typeface="+mn-lt"/>
          <a:ea typeface="+mn-ea"/>
          <a:cs typeface="+mn-cs"/>
        </a:defRPr>
      </a:lvl3pPr>
      <a:lvl4pPr marL="1064910" algn="l" defTabSz="709940" rtl="0" eaLnBrk="1" latinLnBrk="0" hangingPunct="1">
        <a:defRPr sz="1398" kern="1200">
          <a:solidFill>
            <a:schemeClr val="tx1"/>
          </a:solidFill>
          <a:latin typeface="+mn-lt"/>
          <a:ea typeface="+mn-ea"/>
          <a:cs typeface="+mn-cs"/>
        </a:defRPr>
      </a:lvl4pPr>
      <a:lvl5pPr marL="1419880" algn="l" defTabSz="709940" rtl="0" eaLnBrk="1" latinLnBrk="0" hangingPunct="1">
        <a:defRPr sz="1398" kern="1200">
          <a:solidFill>
            <a:schemeClr val="tx1"/>
          </a:solidFill>
          <a:latin typeface="+mn-lt"/>
          <a:ea typeface="+mn-ea"/>
          <a:cs typeface="+mn-cs"/>
        </a:defRPr>
      </a:lvl5pPr>
      <a:lvl6pPr marL="1774850" algn="l" defTabSz="709940" rtl="0" eaLnBrk="1" latinLnBrk="0" hangingPunct="1">
        <a:defRPr sz="1398" kern="1200">
          <a:solidFill>
            <a:schemeClr val="tx1"/>
          </a:solidFill>
          <a:latin typeface="+mn-lt"/>
          <a:ea typeface="+mn-ea"/>
          <a:cs typeface="+mn-cs"/>
        </a:defRPr>
      </a:lvl6pPr>
      <a:lvl7pPr marL="2129820" algn="l" defTabSz="709940" rtl="0" eaLnBrk="1" latinLnBrk="0" hangingPunct="1">
        <a:defRPr sz="1398" kern="1200">
          <a:solidFill>
            <a:schemeClr val="tx1"/>
          </a:solidFill>
          <a:latin typeface="+mn-lt"/>
          <a:ea typeface="+mn-ea"/>
          <a:cs typeface="+mn-cs"/>
        </a:defRPr>
      </a:lvl7pPr>
      <a:lvl8pPr marL="2484791" algn="l" defTabSz="709940" rtl="0" eaLnBrk="1" latinLnBrk="0" hangingPunct="1">
        <a:defRPr sz="1398" kern="1200">
          <a:solidFill>
            <a:schemeClr val="tx1"/>
          </a:solidFill>
          <a:latin typeface="+mn-lt"/>
          <a:ea typeface="+mn-ea"/>
          <a:cs typeface="+mn-cs"/>
        </a:defRPr>
      </a:lvl8pPr>
      <a:lvl9pPr marL="2839761" algn="l" defTabSz="709940" rtl="0" eaLnBrk="1" latinLnBrk="0" hangingPunct="1">
        <a:defRPr sz="139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descr="Benutzer mit einfarbiger Füllung">
            <a:extLst>
              <a:ext uri="{FF2B5EF4-FFF2-40B4-BE49-F238E27FC236}">
                <a16:creationId xmlns:a16="http://schemas.microsoft.com/office/drawing/2014/main" id="{FC298291-2732-CC8E-F6A8-B3502A8CC2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50366" y="149932"/>
            <a:ext cx="540000" cy="540000"/>
          </a:xfrm>
          <a:prstGeom prst="rect">
            <a:avLst/>
          </a:prstGeom>
        </p:spPr>
      </p:pic>
      <p:sp>
        <p:nvSpPr>
          <p:cNvPr id="10" name="Rechteckige Legende 9">
            <a:extLst>
              <a:ext uri="{FF2B5EF4-FFF2-40B4-BE49-F238E27FC236}">
                <a16:creationId xmlns:a16="http://schemas.microsoft.com/office/drawing/2014/main" id="{55AEF08B-1CC2-BFA3-B26A-30A15CF458EC}"/>
              </a:ext>
            </a:extLst>
          </p:cNvPr>
          <p:cNvSpPr/>
          <p:nvPr/>
        </p:nvSpPr>
        <p:spPr>
          <a:xfrm flipH="1">
            <a:off x="827084" y="223821"/>
            <a:ext cx="5302876" cy="392222"/>
          </a:xfrm>
          <a:prstGeom prst="wedgeRectCallout">
            <a:avLst>
              <a:gd name="adj1" fmla="val -53459"/>
              <a:gd name="adj2" fmla="val -7982"/>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Beschreibe die wichtigsten Ereignisse, die zum Zweiten Weltkrieg führten. </a:t>
            </a:r>
          </a:p>
        </p:txBody>
      </p:sp>
      <p:sp>
        <p:nvSpPr>
          <p:cNvPr id="13" name="Rechteckige Legende 12">
            <a:extLst>
              <a:ext uri="{FF2B5EF4-FFF2-40B4-BE49-F238E27FC236}">
                <a16:creationId xmlns:a16="http://schemas.microsoft.com/office/drawing/2014/main" id="{7D7AE346-B049-D9B0-970D-81601FC441FF}"/>
              </a:ext>
            </a:extLst>
          </p:cNvPr>
          <p:cNvSpPr/>
          <p:nvPr/>
        </p:nvSpPr>
        <p:spPr>
          <a:xfrm>
            <a:off x="1052622" y="827275"/>
            <a:ext cx="5077337" cy="6126416"/>
          </a:xfrm>
          <a:prstGeom prst="wedgeRectCallout">
            <a:avLst>
              <a:gd name="adj1" fmla="val -55022"/>
              <a:gd name="adj2" fmla="val -45180"/>
            </a:avLst>
          </a:prstGeom>
          <a:solidFill>
            <a:schemeClr val="bg1"/>
          </a:solidFill>
          <a:ln cap="rnd">
            <a:solidFill>
              <a:schemeClr val="bg1">
                <a:lumMod val="50000"/>
              </a:schemeClr>
            </a:solidFill>
            <a:miter lim="800000"/>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200">
                <a:solidFill>
                  <a:schemeClr val="tx1"/>
                </a:solidFill>
              </a:rPr>
              <a:t>Die Schlüsselereignisse, die zum Zweiten Weltkrieg führten, umfassen:</a:t>
            </a:r>
          </a:p>
          <a:p>
            <a:endParaRPr lang="de-DE" sz="1200">
              <a:solidFill>
                <a:schemeClr val="tx1"/>
              </a:solidFill>
            </a:endParaRPr>
          </a:p>
          <a:p>
            <a:pPr marL="228600" lvl="0" indent="-228600">
              <a:buFont typeface="+mj-lt"/>
              <a:buAutoNum type="arabicPeriod"/>
            </a:pPr>
            <a:r>
              <a:rPr lang="de-DE" sz="1200">
                <a:solidFill>
                  <a:schemeClr val="tx1"/>
                </a:solidFill>
              </a:rPr>
              <a:t>Versailler Vertrag (1919): Die harten Auflagen, die Deutschland nach dem Ersten Weltkrieg auferlegt wurden, führten zu wirtschaftlicher Not und Verbitterung und förderten nationalistische Stimmungen.</a:t>
            </a:r>
          </a:p>
          <a:p>
            <a:pPr marL="228600" lvl="0" indent="-228600">
              <a:buFont typeface="+mj-lt"/>
              <a:buAutoNum type="arabicPeriod"/>
            </a:pPr>
            <a:r>
              <a:rPr lang="de-DE" sz="1200">
                <a:solidFill>
                  <a:schemeClr val="tx1"/>
                </a:solidFill>
              </a:rPr>
              <a:t>Aufstieg totalitärer Regime: Das Aufkommen aggressiver totalitärer Führer wie Adolf Hitler in Deutschland, Benito Mussolini in Italien und Militaristen in Japan begünstigte expansionistische Politik.</a:t>
            </a:r>
          </a:p>
          <a:p>
            <a:pPr marL="228600" lvl="0" indent="-228600">
              <a:buFont typeface="+mj-lt"/>
              <a:buAutoNum type="arabicPeriod"/>
            </a:pPr>
            <a:r>
              <a:rPr lang="de-DE" sz="1200">
                <a:solidFill>
                  <a:schemeClr val="tx1"/>
                </a:solidFill>
              </a:rPr>
              <a:t>Japanische Expansion: Japan besetzte 1931 die Mandschurei und später 1937 Teile Chinas, um die Vorherrschaft in Asien zu erlangen.</a:t>
            </a:r>
          </a:p>
          <a:p>
            <a:pPr marL="228600" lvl="0" indent="-228600">
              <a:buFont typeface="+mj-lt"/>
              <a:buAutoNum type="arabicPeriod"/>
            </a:pPr>
            <a:r>
              <a:rPr lang="de-DE" sz="1200">
                <a:solidFill>
                  <a:schemeClr val="tx1"/>
                </a:solidFill>
              </a:rPr>
              <a:t>Italienische Aggression: Italien überfiel 1935 Äthiopien, stellte damit den Völkerbund infrage und zeigte die Schwäche der internationalen Friedenssicherung.</a:t>
            </a:r>
          </a:p>
          <a:p>
            <a:pPr marL="228600" lvl="0" indent="-228600">
              <a:buFont typeface="+mj-lt"/>
              <a:buAutoNum type="arabicPeriod"/>
            </a:pPr>
            <a:r>
              <a:rPr lang="de-DE" sz="1200">
                <a:solidFill>
                  <a:schemeClr val="tx1"/>
                </a:solidFill>
              </a:rPr>
              <a:t>Deutsche Aufrüstung: Hitler missachtete den Versailler Vertrag, indem er die deutsche Wehrmacht wieder aufbaute und territoriale Expansion betrieb.</a:t>
            </a:r>
          </a:p>
          <a:p>
            <a:pPr marL="228600" lvl="0" indent="-228600">
              <a:buFont typeface="+mj-lt"/>
              <a:buAutoNum type="arabicPeriod"/>
            </a:pPr>
            <a:r>
              <a:rPr lang="de-DE" sz="1200">
                <a:solidFill>
                  <a:schemeClr val="tx1"/>
                </a:solidFill>
              </a:rPr>
              <a:t>Annexion Österreichs (Anschluss) 1938: Deutschland annektierte Österreich und verstieß damit gegen internationale Abkommen.</a:t>
            </a:r>
          </a:p>
          <a:p>
            <a:pPr marL="228600" lvl="0" indent="-228600">
              <a:buFont typeface="+mj-lt"/>
              <a:buAutoNum type="arabicPeriod"/>
            </a:pPr>
            <a:r>
              <a:rPr lang="de-DE" sz="1200">
                <a:solidFill>
                  <a:schemeClr val="tx1"/>
                </a:solidFill>
              </a:rPr>
              <a:t>Münchner Abkommen (1938): Großbritannien und Frankreich gestatteten Deutschland im Zuge der Beschwichtigungspolitik die Annexion des Sudetenlandes der Tschechoslowakei.</a:t>
            </a:r>
          </a:p>
          <a:p>
            <a:pPr marL="228600" lvl="0" indent="-228600">
              <a:buFont typeface="+mj-lt"/>
              <a:buAutoNum type="arabicPeriod"/>
            </a:pPr>
            <a:r>
              <a:rPr lang="de-DE" sz="1200">
                <a:solidFill>
                  <a:schemeClr val="tx1"/>
                </a:solidFill>
              </a:rPr>
              <a:t>Besetzung der Tschechoslowakei (1939): Deutschland besetzte den Rest der Tschechoslowakei und zeigte damit das Scheitern der Beschwichtigungspolitik.</a:t>
            </a:r>
          </a:p>
          <a:p>
            <a:pPr marL="228600" lvl="0" indent="-228600">
              <a:buFont typeface="+mj-lt"/>
              <a:buAutoNum type="arabicPeriod"/>
            </a:pPr>
            <a:r>
              <a:rPr lang="de-DE" sz="1200">
                <a:solidFill>
                  <a:schemeClr val="tx1"/>
                </a:solidFill>
              </a:rPr>
              <a:t>Hitler-Stalin-Pakt (1939): Deutschland und die Sowjetunion schlossen einen Nichtangriffspakt und vereinbarten heimlich die Aufteilung Osteuropas.</a:t>
            </a:r>
          </a:p>
          <a:p>
            <a:pPr marL="228600" lvl="0" indent="-228600">
              <a:buFont typeface="+mj-lt"/>
              <a:buAutoNum type="arabicPeriod"/>
            </a:pPr>
            <a:r>
              <a:rPr lang="de-DE" sz="1200">
                <a:solidFill>
                  <a:schemeClr val="tx1"/>
                </a:solidFill>
              </a:rPr>
              <a:t>Überfall auf Polen (1. September 1939): Deutschland überfiel Polen; daraufhin erklärten Großbritannien und Frankreich Deutschland den Krieg – der offizielle Beginn des Zweiten Weltkriegs.</a:t>
            </a:r>
          </a:p>
          <a:p>
            <a:pPr lvl="0"/>
            <a:endParaRPr lang="de-DE" sz="1200">
              <a:solidFill>
                <a:schemeClr val="tx1"/>
              </a:solidFill>
            </a:endParaRPr>
          </a:p>
          <a:p>
            <a:r>
              <a:rPr lang="de-DE" sz="1200">
                <a:solidFill>
                  <a:schemeClr val="tx1"/>
                </a:solidFill>
              </a:rPr>
              <a:t>Diese Ereignisse gefährdeten in Summe den Frieden und führten zum globalen Konflikt des Zweiten Weltkriegs.</a:t>
            </a:r>
          </a:p>
        </p:txBody>
      </p:sp>
      <p:pic>
        <p:nvPicPr>
          <p:cNvPr id="41" name="Grafik 40" descr="Roboter mit einfarbiger Füllung">
            <a:extLst>
              <a:ext uri="{FF2B5EF4-FFF2-40B4-BE49-F238E27FC236}">
                <a16:creationId xmlns:a16="http://schemas.microsoft.com/office/drawing/2014/main" id="{584DB557-ECFC-DCE6-4C4B-7826D54A37F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7084" y="827275"/>
            <a:ext cx="540000" cy="540000"/>
          </a:xfrm>
          <a:prstGeom prst="rect">
            <a:avLst/>
          </a:prstGeom>
        </p:spPr>
      </p:pic>
    </p:spTree>
    <p:extLst>
      <p:ext uri="{BB962C8B-B14F-4D97-AF65-F5344CB8AC3E}">
        <p14:creationId xmlns:p14="http://schemas.microsoft.com/office/powerpoint/2010/main" val="2992061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CE12E-CF87-0E61-DE2C-EBEFE84F4838}"/>
            </a:ext>
          </a:extLst>
        </p:cNvPr>
        <p:cNvGrpSpPr/>
        <p:nvPr/>
      </p:nvGrpSpPr>
      <p:grpSpPr>
        <a:xfrm>
          <a:off x="0" y="0"/>
          <a:ext cx="0" cy="0"/>
          <a:chOff x="0" y="0"/>
          <a:chExt cx="0" cy="0"/>
        </a:xfrm>
      </p:grpSpPr>
      <p:pic>
        <p:nvPicPr>
          <p:cNvPr id="6" name="Grafik 5" descr="Benutzer mit einfarbiger Füllung">
            <a:extLst>
              <a:ext uri="{FF2B5EF4-FFF2-40B4-BE49-F238E27FC236}">
                <a16:creationId xmlns:a16="http://schemas.microsoft.com/office/drawing/2014/main" id="{0BBAFDC2-EBB3-82E7-B34D-175D8723BB1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50366" y="149932"/>
            <a:ext cx="540000" cy="540000"/>
          </a:xfrm>
          <a:prstGeom prst="rect">
            <a:avLst/>
          </a:prstGeom>
        </p:spPr>
      </p:pic>
      <p:sp>
        <p:nvSpPr>
          <p:cNvPr id="10" name="Rechteckige Legende 9">
            <a:extLst>
              <a:ext uri="{FF2B5EF4-FFF2-40B4-BE49-F238E27FC236}">
                <a16:creationId xmlns:a16="http://schemas.microsoft.com/office/drawing/2014/main" id="{1D904180-D2C5-021A-8984-8121EEC6911E}"/>
              </a:ext>
            </a:extLst>
          </p:cNvPr>
          <p:cNvSpPr/>
          <p:nvPr/>
        </p:nvSpPr>
        <p:spPr>
          <a:xfrm flipH="1">
            <a:off x="827084" y="223821"/>
            <a:ext cx="5302876" cy="392222"/>
          </a:xfrm>
          <a:prstGeom prst="wedgeRectCallout">
            <a:avLst>
              <a:gd name="adj1" fmla="val -53459"/>
              <a:gd name="adj2" fmla="val -7982"/>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Wer waren die Kriegsparteien, und </a:t>
            </a:r>
            <a:br>
              <a:rPr lang="en-US" sz="1200">
                <a:solidFill>
                  <a:schemeClr val="tx1"/>
                </a:solidFill>
              </a:rPr>
            </a:br>
            <a:r>
              <a:rPr lang="en-US" sz="1200">
                <a:solidFill>
                  <a:schemeClr val="tx1"/>
                </a:solidFill>
              </a:rPr>
              <a:t>welche Motive hatten sie für den Kriegseintritt?</a:t>
            </a:r>
          </a:p>
        </p:txBody>
      </p:sp>
      <p:sp>
        <p:nvSpPr>
          <p:cNvPr id="13" name="Rechteckige Legende 12">
            <a:extLst>
              <a:ext uri="{FF2B5EF4-FFF2-40B4-BE49-F238E27FC236}">
                <a16:creationId xmlns:a16="http://schemas.microsoft.com/office/drawing/2014/main" id="{E99301C1-4124-3CA0-F752-42991C63B771}"/>
              </a:ext>
            </a:extLst>
          </p:cNvPr>
          <p:cNvSpPr/>
          <p:nvPr/>
        </p:nvSpPr>
        <p:spPr>
          <a:xfrm>
            <a:off x="1052622" y="827274"/>
            <a:ext cx="5077337" cy="6886760"/>
          </a:xfrm>
          <a:prstGeom prst="wedgeRectCallout">
            <a:avLst>
              <a:gd name="adj1" fmla="val -55022"/>
              <a:gd name="adj2" fmla="val -45180"/>
            </a:avLst>
          </a:prstGeom>
          <a:solidFill>
            <a:schemeClr val="bg1"/>
          </a:solidFill>
          <a:ln cap="rnd">
            <a:solidFill>
              <a:schemeClr val="bg1">
                <a:lumMod val="50000"/>
              </a:schemeClr>
            </a:solidFill>
            <a:miter lim="800000"/>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200">
                <a:solidFill>
                  <a:schemeClr val="tx1"/>
                </a:solidFill>
              </a:rPr>
              <a:t>Die Kriegsparteien im Zweiten Weltkrieg gliederten sich vor allem in zwei große Bündnisse: die Alliierten und die Achsenmächte.</a:t>
            </a:r>
          </a:p>
          <a:p>
            <a:endParaRPr lang="de-DE" sz="1200">
              <a:solidFill>
                <a:schemeClr val="tx1"/>
              </a:solidFill>
            </a:endParaRPr>
          </a:p>
          <a:p>
            <a:pPr marL="228600" lvl="0" indent="-228600">
              <a:buFont typeface="+mj-lt"/>
              <a:buAutoNum type="arabicPeriod"/>
            </a:pPr>
            <a:r>
              <a:rPr lang="de-DE" sz="1200">
                <a:solidFill>
                  <a:schemeClr val="tx1"/>
                </a:solidFill>
              </a:rPr>
              <a:t>Achsenmächte:</a:t>
            </a:r>
          </a:p>
          <a:p>
            <a:pPr marL="685800" lvl="1" indent="-228600">
              <a:buFont typeface="Arial" panose="020B0604020202020204" pitchFamily="34" charset="0"/>
              <a:buChar char="•"/>
            </a:pPr>
            <a:r>
              <a:rPr lang="de-DE" sz="1200">
                <a:solidFill>
                  <a:schemeClr val="tx1"/>
                </a:solidFill>
              </a:rPr>
              <a:t>Deutschland: Unter der Führung Adolf Hitlers wollte Deutschland den Versailler Vertrag revidieren, sein Territorium erweitern und die Vorherrschaft in Europa sichern.</a:t>
            </a:r>
          </a:p>
          <a:p>
            <a:pPr marL="685800" lvl="1" indent="-228600">
              <a:buFont typeface="Arial" panose="020B0604020202020204" pitchFamily="34" charset="0"/>
              <a:buChar char="•"/>
            </a:pPr>
            <a:r>
              <a:rPr lang="de-DE" sz="1200">
                <a:solidFill>
                  <a:schemeClr val="tx1"/>
                </a:solidFill>
              </a:rPr>
              <a:t>Italien: Unter Benito Mussolini strebte Italien den Aufbau eines neuen Römischen Reiches durch Expansion nach Afrika und in den Mittelmeerraum an.</a:t>
            </a:r>
          </a:p>
          <a:p>
            <a:pPr marL="685800" lvl="1" indent="-228600">
              <a:buFont typeface="Arial" panose="020B0604020202020204" pitchFamily="34" charset="0"/>
              <a:buChar char="•"/>
            </a:pPr>
            <a:r>
              <a:rPr lang="de-DE" sz="1200">
                <a:solidFill>
                  <a:schemeClr val="tx1"/>
                </a:solidFill>
              </a:rPr>
              <a:t>Japan: Japan verfolgte eine imperiale Expansion in Asien und im Pazifik, um Ressourcen zu sichern und regionale Dominanz zu erlangen.</a:t>
            </a:r>
          </a:p>
          <a:p>
            <a:pPr marL="228600" lvl="0" indent="-228600">
              <a:buFont typeface="+mj-lt"/>
              <a:buAutoNum type="arabicPeriod"/>
            </a:pPr>
            <a:r>
              <a:rPr lang="de-DE" sz="1200">
                <a:solidFill>
                  <a:schemeClr val="tx1"/>
                </a:solidFill>
              </a:rPr>
              <a:t>Alliierte:</a:t>
            </a:r>
          </a:p>
          <a:p>
            <a:pPr marL="628650" lvl="1" indent="-171450">
              <a:buFont typeface="Arial" panose="020B0604020202020204" pitchFamily="34" charset="0"/>
              <a:buChar char="•"/>
            </a:pPr>
            <a:r>
              <a:rPr lang="de-DE" sz="1200">
                <a:solidFill>
                  <a:schemeClr val="tx1"/>
                </a:solidFill>
              </a:rPr>
              <a:t>Vereinigtes Königreich: Trat in den Krieg ein, um die deutsche Aggression zu stoppen und sein Empire sowie europäische Verbündete zu schützen.</a:t>
            </a:r>
          </a:p>
          <a:p>
            <a:pPr marL="628650" lvl="1" indent="-171450">
              <a:buFont typeface="Arial" panose="020B0604020202020204" pitchFamily="34" charset="0"/>
              <a:buChar char="•"/>
            </a:pPr>
            <a:r>
              <a:rPr lang="de-DE" sz="1200">
                <a:solidFill>
                  <a:schemeClr val="tx1"/>
                </a:solidFill>
              </a:rPr>
              <a:t>Frankreich: Schloss sich an, um sich gegen die deutsche Expansion zu verteidigen und das europäische Kräftegleichgewicht zu bewahren.</a:t>
            </a:r>
          </a:p>
          <a:p>
            <a:pPr marL="628650" lvl="1" indent="-171450">
              <a:buFont typeface="Arial" panose="020B0604020202020204" pitchFamily="34" charset="0"/>
              <a:buChar char="•"/>
            </a:pPr>
            <a:r>
              <a:rPr lang="de-DE" sz="1200">
                <a:solidFill>
                  <a:schemeClr val="tx1"/>
                </a:solidFill>
              </a:rPr>
              <a:t>Sowjetunion: Unterzeichnete zunächst einen Nichtangriffspakt mit Deutschland, trat aber nachdem die Deutschen die Sowjetunion 1941 überfielen den Alliierten bei, motiviert durch Selbstverteidigung und ideologische Gegnerschaft zum Nationalsozialismus.</a:t>
            </a:r>
          </a:p>
          <a:p>
            <a:pPr marL="628650" lvl="1" indent="-171450">
              <a:buFont typeface="Arial" panose="020B0604020202020204" pitchFamily="34" charset="0"/>
              <a:buChar char="•"/>
            </a:pPr>
            <a:r>
              <a:rPr lang="de-DE" sz="1200">
                <a:solidFill>
                  <a:schemeClr val="tx1"/>
                </a:solidFill>
              </a:rPr>
              <a:t>Vereinigte Staaten: Traten nach dem japanischen Angriff auf Pearl Harbor 1941 in den Krieg ein, motiviert durch die Verteidigung der nationalen Sicherheit und die Unterstützung der Alliierten.</a:t>
            </a:r>
          </a:p>
          <a:p>
            <a:pPr marL="628650" lvl="1" indent="-171450">
              <a:buFont typeface="Arial" panose="020B0604020202020204" pitchFamily="34" charset="0"/>
              <a:buChar char="•"/>
            </a:pPr>
            <a:r>
              <a:rPr lang="de-DE" sz="1200">
                <a:solidFill>
                  <a:schemeClr val="tx1"/>
                </a:solidFill>
              </a:rPr>
              <a:t>Weitere Länder: Zahlreiche andere Staaten schlossen sich den Alliierten an, motiviert durch die Abwehr der Aggression der Achsenmächte, den Wunsch nach kolonialer Befreiung oder die politische Ausrichtung an den Alliierten.</a:t>
            </a:r>
          </a:p>
          <a:p>
            <a:pPr marL="228600" lvl="0" indent="-228600">
              <a:buFont typeface="+mj-lt"/>
              <a:buAutoNum type="arabicPeriod"/>
            </a:pPr>
            <a:endParaRPr lang="de-DE" sz="1200">
              <a:solidFill>
                <a:schemeClr val="tx1"/>
              </a:solidFill>
            </a:endParaRPr>
          </a:p>
          <a:p>
            <a:r>
              <a:rPr lang="de-DE" sz="1200">
                <a:solidFill>
                  <a:schemeClr val="tx1"/>
                </a:solidFill>
              </a:rPr>
              <a:t>Jede Partei trat aus einer Mischung aus territorialen Ambitionen, Abwehr von Aggression, ideologischen Konflikten und dem Wunsch ein, das globale Machtgefüge zu bewahren oder zu verändern, in den Krieg ein.</a:t>
            </a:r>
          </a:p>
        </p:txBody>
      </p:sp>
      <p:pic>
        <p:nvPicPr>
          <p:cNvPr id="41" name="Grafik 40" descr="Roboter mit einfarbiger Füllung">
            <a:extLst>
              <a:ext uri="{FF2B5EF4-FFF2-40B4-BE49-F238E27FC236}">
                <a16:creationId xmlns:a16="http://schemas.microsoft.com/office/drawing/2014/main" id="{D8FA993E-72CE-B0AD-9A56-642F87BB484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7084" y="827275"/>
            <a:ext cx="540000" cy="540000"/>
          </a:xfrm>
          <a:prstGeom prst="rect">
            <a:avLst/>
          </a:prstGeom>
        </p:spPr>
      </p:pic>
    </p:spTree>
    <p:extLst>
      <p:ext uri="{BB962C8B-B14F-4D97-AF65-F5344CB8AC3E}">
        <p14:creationId xmlns:p14="http://schemas.microsoft.com/office/powerpoint/2010/main" val="917805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CCD07-FB86-8FDF-1765-D88CF7F9FEEC}"/>
            </a:ext>
          </a:extLst>
        </p:cNvPr>
        <p:cNvGrpSpPr/>
        <p:nvPr/>
      </p:nvGrpSpPr>
      <p:grpSpPr>
        <a:xfrm>
          <a:off x="0" y="0"/>
          <a:ext cx="0" cy="0"/>
          <a:chOff x="0" y="0"/>
          <a:chExt cx="0" cy="0"/>
        </a:xfrm>
      </p:grpSpPr>
      <p:pic>
        <p:nvPicPr>
          <p:cNvPr id="6" name="Grafik 5" descr="Benutzer mit einfarbiger Füllung">
            <a:extLst>
              <a:ext uri="{FF2B5EF4-FFF2-40B4-BE49-F238E27FC236}">
                <a16:creationId xmlns:a16="http://schemas.microsoft.com/office/drawing/2014/main" id="{521FB44D-7B90-1B71-0162-52E81A22E83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50366" y="149932"/>
            <a:ext cx="540000" cy="540000"/>
          </a:xfrm>
          <a:prstGeom prst="rect">
            <a:avLst/>
          </a:prstGeom>
        </p:spPr>
      </p:pic>
      <p:sp>
        <p:nvSpPr>
          <p:cNvPr id="10" name="Rechteckige Legende 9">
            <a:extLst>
              <a:ext uri="{FF2B5EF4-FFF2-40B4-BE49-F238E27FC236}">
                <a16:creationId xmlns:a16="http://schemas.microsoft.com/office/drawing/2014/main" id="{3E47E7C5-830C-BB0C-FDEB-FAECB4B9C3F2}"/>
              </a:ext>
            </a:extLst>
          </p:cNvPr>
          <p:cNvSpPr/>
          <p:nvPr/>
        </p:nvSpPr>
        <p:spPr>
          <a:xfrm flipH="1">
            <a:off x="827084" y="223821"/>
            <a:ext cx="5302876" cy="392222"/>
          </a:xfrm>
          <a:prstGeom prst="wedgeRectCallout">
            <a:avLst>
              <a:gd name="adj1" fmla="val -53459"/>
              <a:gd name="adj2" fmla="val -7982"/>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Erkläre mir genauer die Rolle der Achsenmächte </a:t>
            </a:r>
            <a:br>
              <a:rPr lang="en-US" sz="1200">
                <a:solidFill>
                  <a:schemeClr val="tx1"/>
                </a:solidFill>
              </a:rPr>
            </a:br>
            <a:r>
              <a:rPr lang="en-US" sz="1200">
                <a:solidFill>
                  <a:schemeClr val="tx1"/>
                </a:solidFill>
              </a:rPr>
              <a:t>– warum werden diese „Achsenmächte“ genannt? </a:t>
            </a:r>
          </a:p>
        </p:txBody>
      </p:sp>
      <p:sp>
        <p:nvSpPr>
          <p:cNvPr id="13" name="Rechteckige Legende 12">
            <a:extLst>
              <a:ext uri="{FF2B5EF4-FFF2-40B4-BE49-F238E27FC236}">
                <a16:creationId xmlns:a16="http://schemas.microsoft.com/office/drawing/2014/main" id="{3C3A8DF0-283C-6078-F3E0-E90C1874910A}"/>
              </a:ext>
            </a:extLst>
          </p:cNvPr>
          <p:cNvSpPr/>
          <p:nvPr/>
        </p:nvSpPr>
        <p:spPr>
          <a:xfrm>
            <a:off x="1052622" y="827274"/>
            <a:ext cx="5077337" cy="6567417"/>
          </a:xfrm>
          <a:prstGeom prst="wedgeRectCallout">
            <a:avLst>
              <a:gd name="adj1" fmla="val -55022"/>
              <a:gd name="adj2" fmla="val -45180"/>
            </a:avLst>
          </a:prstGeom>
          <a:solidFill>
            <a:schemeClr val="bg1"/>
          </a:solidFill>
          <a:ln cap="rnd">
            <a:solidFill>
              <a:schemeClr val="bg1">
                <a:lumMod val="50000"/>
              </a:schemeClr>
            </a:solidFill>
            <a:miter lim="800000"/>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200">
                <a:solidFill>
                  <a:schemeClr val="tx1"/>
                </a:solidFill>
              </a:rPr>
              <a:t>Die Achsenmächte im Zweiten Weltkrieg bestanden vor allem aus Deutschland, Italien und Japan. Sie heißen „Achsenmächte“, weil der Begriff „Achse“ erstmals von Benito Mussolini verwendet wurde, der erklärte, die Linie zwischen Rom und Berlin werde die „Achse“ sein, um die sich die Welt drehen werde. Dieser Begriff symbolisierte das politische und militärische Bündnis zwischen Italien und Deutschland, das später um Japan erweitert wurde.</a:t>
            </a:r>
          </a:p>
          <a:p>
            <a:endParaRPr lang="de-DE" sz="1200">
              <a:solidFill>
                <a:schemeClr val="tx1"/>
              </a:solidFill>
            </a:endParaRPr>
          </a:p>
          <a:p>
            <a:r>
              <a:rPr lang="de-DE" sz="1200">
                <a:solidFill>
                  <a:schemeClr val="tx1"/>
                </a:solidFill>
              </a:rPr>
              <a:t>Rolle der Achsenmächte:</a:t>
            </a:r>
          </a:p>
          <a:p>
            <a:pPr marL="228600" indent="-228600">
              <a:buFont typeface="+mj-lt"/>
              <a:buAutoNum type="arabicPeriod"/>
            </a:pPr>
            <a:r>
              <a:rPr lang="de-DE" sz="1200">
                <a:solidFill>
                  <a:schemeClr val="tx1"/>
                </a:solidFill>
              </a:rPr>
              <a:t>Deutschland: Unter Adolf Hitler wollte Deutschland den Versailler Vertrag rückgängig machen, sein Territorium erweitern, um „Lebensraum“ für das deutsche Volk zu schaffen, die deutsche Vorherrschaft in Europa wiederherstellen und die nationalsozialistische Ideologie einschließlich rassistischer Überlegenheitsvorstellungen verbreiten.</a:t>
            </a:r>
          </a:p>
          <a:p>
            <a:pPr marL="228600" indent="-228600">
              <a:buFont typeface="+mj-lt"/>
              <a:buAutoNum type="arabicPeriod"/>
            </a:pPr>
            <a:r>
              <a:rPr lang="de-DE" sz="1200">
                <a:solidFill>
                  <a:schemeClr val="tx1"/>
                </a:solidFill>
              </a:rPr>
              <a:t>Italien: Unter Benito Mussolini strebte Italien danach, die Größe des Römischen Reiches wiederzubeleben, indem es seine Gebiete in Afrika und im Mittelmeer erweiterte. Die Invasionen in Äthiopien und Albanien waren Teil dieses imperialen Anspruchs. Italien schloss sich der Achse an, um seine Position zu stärken und Unterstützung für seine expansionistischen Ziele zu erhalten.</a:t>
            </a:r>
          </a:p>
          <a:p>
            <a:pPr marL="228600" indent="-228600">
              <a:buFont typeface="+mj-lt"/>
              <a:buAutoNum type="arabicPeriod"/>
            </a:pPr>
            <a:r>
              <a:rPr lang="de-DE" sz="1200">
                <a:solidFill>
                  <a:schemeClr val="tx1"/>
                </a:solidFill>
              </a:rPr>
              <a:t>Japan: Japan wollte Asien und den Pazifik dominieren, um lebenswichtige Ressourcen wie Öl und Kautschuk zu sichern, die für industrielles und militärisches Wachstum erforderlich waren. Die militaristische Regierung betrieb eine aggressive Expansion nach China und Südostasien, um die „Großostasiatische Wohlstandssphäre“ zu errichten – einen von Japan geführten Block asiatischer Nationen, frei vom westlichen Einfluss.</a:t>
            </a:r>
          </a:p>
          <a:p>
            <a:endParaRPr lang="de-DE" sz="1200">
              <a:solidFill>
                <a:schemeClr val="tx1"/>
              </a:solidFill>
            </a:endParaRPr>
          </a:p>
          <a:p>
            <a:r>
              <a:rPr lang="de-DE" sz="1200">
                <a:solidFill>
                  <a:schemeClr val="tx1"/>
                </a:solidFill>
              </a:rPr>
              <a:t>Die Achsenmächte koordinierten ihre militärischen Strategien und politischen Ziele, um die von den Alliierten dominierte Weltordnung herauszufordern. Ihr Bündnis beruhte auf gemeinsamen Interessen an territorialer Expansion, der Gegnerschaft zu Kommunismus und Demokratie sowie dem Wunsch, die globalen Machtstrukturen nach ihren Ideologien umzugestalten.</a:t>
            </a:r>
          </a:p>
        </p:txBody>
      </p:sp>
      <p:pic>
        <p:nvPicPr>
          <p:cNvPr id="41" name="Grafik 40" descr="Roboter mit einfarbiger Füllung">
            <a:extLst>
              <a:ext uri="{FF2B5EF4-FFF2-40B4-BE49-F238E27FC236}">
                <a16:creationId xmlns:a16="http://schemas.microsoft.com/office/drawing/2014/main" id="{2D4605BC-E8B1-51E9-FC46-B7F550D7DBE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7084" y="827275"/>
            <a:ext cx="540000" cy="540000"/>
          </a:xfrm>
          <a:prstGeom prst="rect">
            <a:avLst/>
          </a:prstGeom>
        </p:spPr>
      </p:pic>
    </p:spTree>
    <p:extLst>
      <p:ext uri="{BB962C8B-B14F-4D97-AF65-F5344CB8AC3E}">
        <p14:creationId xmlns:p14="http://schemas.microsoft.com/office/powerpoint/2010/main" val="3698667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3639E-8002-8DFF-EEB3-1ECD22974620}"/>
            </a:ext>
          </a:extLst>
        </p:cNvPr>
        <p:cNvGrpSpPr/>
        <p:nvPr/>
      </p:nvGrpSpPr>
      <p:grpSpPr>
        <a:xfrm>
          <a:off x="0" y="0"/>
          <a:ext cx="0" cy="0"/>
          <a:chOff x="0" y="0"/>
          <a:chExt cx="0" cy="0"/>
        </a:xfrm>
      </p:grpSpPr>
      <p:pic>
        <p:nvPicPr>
          <p:cNvPr id="6" name="Grafik 5" descr="Benutzer mit einfarbiger Füllung">
            <a:extLst>
              <a:ext uri="{FF2B5EF4-FFF2-40B4-BE49-F238E27FC236}">
                <a16:creationId xmlns:a16="http://schemas.microsoft.com/office/drawing/2014/main" id="{FC07ED77-3D67-62D0-114D-A2F28F0D00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50366" y="149932"/>
            <a:ext cx="540000" cy="540000"/>
          </a:xfrm>
          <a:prstGeom prst="rect">
            <a:avLst/>
          </a:prstGeom>
        </p:spPr>
      </p:pic>
      <p:sp>
        <p:nvSpPr>
          <p:cNvPr id="10" name="Rechteckige Legende 9">
            <a:extLst>
              <a:ext uri="{FF2B5EF4-FFF2-40B4-BE49-F238E27FC236}">
                <a16:creationId xmlns:a16="http://schemas.microsoft.com/office/drawing/2014/main" id="{BEF574B0-AF18-70E5-4503-02AAFD212846}"/>
              </a:ext>
            </a:extLst>
          </p:cNvPr>
          <p:cNvSpPr/>
          <p:nvPr/>
        </p:nvSpPr>
        <p:spPr>
          <a:xfrm flipH="1">
            <a:off x="827084" y="223821"/>
            <a:ext cx="5302876" cy="392222"/>
          </a:xfrm>
          <a:prstGeom prst="wedgeRectCallout">
            <a:avLst>
              <a:gd name="adj1" fmla="val -53459"/>
              <a:gd name="adj2" fmla="val -7982"/>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Warum wird Deutschland trotz der Existenz dieser Achsenmächte </a:t>
            </a:r>
          </a:p>
          <a:p>
            <a:pPr algn="ctr"/>
            <a:r>
              <a:rPr lang="en-US" sz="1200">
                <a:solidFill>
                  <a:schemeClr val="tx1"/>
                </a:solidFill>
              </a:rPr>
              <a:t>noch immer als der Hauptschuldige am Zweiten Weltkrieg angesehen? </a:t>
            </a:r>
          </a:p>
        </p:txBody>
      </p:sp>
      <p:sp>
        <p:nvSpPr>
          <p:cNvPr id="13" name="Rechteckige Legende 12">
            <a:extLst>
              <a:ext uri="{FF2B5EF4-FFF2-40B4-BE49-F238E27FC236}">
                <a16:creationId xmlns:a16="http://schemas.microsoft.com/office/drawing/2014/main" id="{D3218632-999D-820F-BD4F-156719C0BC35}"/>
              </a:ext>
            </a:extLst>
          </p:cNvPr>
          <p:cNvSpPr/>
          <p:nvPr/>
        </p:nvSpPr>
        <p:spPr>
          <a:xfrm>
            <a:off x="1052622" y="827275"/>
            <a:ext cx="5077337" cy="6915942"/>
          </a:xfrm>
          <a:prstGeom prst="wedgeRectCallout">
            <a:avLst>
              <a:gd name="adj1" fmla="val -55022"/>
              <a:gd name="adj2" fmla="val -45180"/>
            </a:avLst>
          </a:prstGeom>
          <a:solidFill>
            <a:schemeClr val="bg1"/>
          </a:solidFill>
          <a:ln cap="rnd">
            <a:solidFill>
              <a:schemeClr val="bg1">
                <a:lumMod val="50000"/>
              </a:schemeClr>
            </a:solidFill>
            <a:miter lim="800000"/>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200">
                <a:solidFill>
                  <a:schemeClr val="tx1"/>
                </a:solidFill>
              </a:rPr>
              <a:t>Deutschland wird aus mehreren Gründen oft als der Hauptschuldige am Zweiten Weltkrieg angesehen:</a:t>
            </a:r>
          </a:p>
          <a:p>
            <a:endParaRPr lang="de-DE" sz="1200">
              <a:solidFill>
                <a:schemeClr val="tx1"/>
              </a:solidFill>
            </a:endParaRPr>
          </a:p>
          <a:p>
            <a:pPr marL="228600" lvl="0" indent="-228600">
              <a:buFont typeface="+mj-lt"/>
              <a:buAutoNum type="arabicPeriod"/>
            </a:pPr>
            <a:r>
              <a:rPr lang="de-DE" sz="1200">
                <a:solidFill>
                  <a:schemeClr val="tx1"/>
                </a:solidFill>
              </a:rPr>
              <a:t>Kriegsauslösung: Der deutsche Überfall auf Polen am 1. September 1939 löste den Ausbruch des Zweiten Weltkriegs unmittelbar aus. Dieser aggressive Akt verstieß gegen internationale Vereinbarungen und veranlasste Großbritannien und Frankreich, Deutschland den Krieg zu erklären.</a:t>
            </a:r>
          </a:p>
          <a:p>
            <a:pPr marL="228600" lvl="0" indent="-228600">
              <a:buFont typeface="+mj-lt"/>
              <a:buAutoNum type="arabicPeriod"/>
            </a:pPr>
            <a:r>
              <a:rPr lang="de-DE" sz="1200">
                <a:solidFill>
                  <a:schemeClr val="tx1"/>
                </a:solidFill>
              </a:rPr>
              <a:t>NS-Ideologie und Führung: Unter Adolf Hitler verfolgte Deutschland eine aggressive Expansionspolitik in Verbindung mit der Umsetzung der nationalsozialistischen Ideologie, die extremen Nationalismus, Militarismus und rassistischen Hass – insbesondere Antisemitismus – umfasste. Diese Ideologie führte zu weitreichenden Gräueltaten.</a:t>
            </a:r>
          </a:p>
          <a:p>
            <a:pPr marL="228600" lvl="0" indent="-228600">
              <a:buFont typeface="+mj-lt"/>
              <a:buAutoNum type="arabicPeriod"/>
            </a:pPr>
            <a:r>
              <a:rPr lang="de-DE" sz="1200">
                <a:solidFill>
                  <a:schemeClr val="tx1"/>
                </a:solidFill>
              </a:rPr>
              <a:t>Der Holocaust: Deutschland organisierte den systematischen Völkermord an sechs Millionen Jüdinnen und Juden sowie an Millionen weiterer Opfer, darunter Sinti und Roma, Menschen mit Behinderungen und politische Gegner. Der Holocaust zählt zu den schlimmsten Verbrechen der Geschichte und ist eng mit dem NS-Regime verbunden.</a:t>
            </a:r>
          </a:p>
          <a:p>
            <a:pPr marL="228600" lvl="0" indent="-228600">
              <a:buFont typeface="+mj-lt"/>
              <a:buAutoNum type="arabicPeriod"/>
            </a:pPr>
            <a:r>
              <a:rPr lang="de-DE" sz="1200">
                <a:solidFill>
                  <a:schemeClr val="tx1"/>
                </a:solidFill>
              </a:rPr>
              <a:t>Ausmaß und Wirkung: Die deutschen Feldzüge in Europa verursachten enorme Zerstörungen, hohe Opferzahlen und Vertreibungen. Der Kriegsschauplatz Europa, der von Deutschland initiiert und weitgehend vorangetrieben wurde, war die zentrale Szenarie des Zweiten Weltkriegs.</a:t>
            </a:r>
          </a:p>
          <a:p>
            <a:pPr marL="228600" lvl="0" indent="-228600">
              <a:buFont typeface="+mj-lt"/>
              <a:buAutoNum type="arabicPeriod"/>
            </a:pPr>
            <a:r>
              <a:rPr lang="de-DE" sz="1200">
                <a:solidFill>
                  <a:schemeClr val="tx1"/>
                </a:solidFill>
              </a:rPr>
              <a:t>Führungsrolle innerhalb der Achse: Während auch Italien und Japan aggressive Mächte waren, war Deutschland die dominierende Kraft im Bündnis und prägte maßgeblich dessen strategische Ausrichtung und Ideologie.</a:t>
            </a:r>
          </a:p>
          <a:p>
            <a:pPr marL="228600" lvl="0" indent="-228600">
              <a:buFont typeface="+mj-lt"/>
              <a:buAutoNum type="arabicPeriod"/>
            </a:pPr>
            <a:r>
              <a:rPr lang="de-DE" sz="1200">
                <a:solidFill>
                  <a:schemeClr val="tx1"/>
                </a:solidFill>
              </a:rPr>
              <a:t>Nachkriegsverantwortung: Nach dem Krieg, wurden in den Nürnberger Prozessen deutsche Führungspersonen für Kriegsverbrechen und Verbrechen gegen die Menschlichkeit zur Verantwortung gezogen, was die Wahrnehmung der Hauptverantwortung Deutschlands verstärkte.</a:t>
            </a:r>
          </a:p>
          <a:p>
            <a:pPr lvl="0"/>
            <a:endParaRPr lang="de-DE" sz="1200">
              <a:solidFill>
                <a:schemeClr val="tx1"/>
              </a:solidFill>
            </a:endParaRPr>
          </a:p>
          <a:p>
            <a:r>
              <a:rPr lang="de-DE" sz="1200">
                <a:solidFill>
                  <a:schemeClr val="tx1"/>
                </a:solidFill>
              </a:rPr>
              <a:t>Auch wenn Italien und Japan ebenfalls Aggressionen und Gräueltaten begingen, führten Deutschlands zentrale Rolle bei der Kriegsentfesselung, seine ideologischen Motive und das Ausmaß seiner Verbrechen dazu, dass es als Hauptschuldiger am Zweiten Weltkrieg angesehen wird.</a:t>
            </a:r>
          </a:p>
        </p:txBody>
      </p:sp>
      <p:pic>
        <p:nvPicPr>
          <p:cNvPr id="41" name="Grafik 40" descr="Roboter mit einfarbiger Füllung">
            <a:extLst>
              <a:ext uri="{FF2B5EF4-FFF2-40B4-BE49-F238E27FC236}">
                <a16:creationId xmlns:a16="http://schemas.microsoft.com/office/drawing/2014/main" id="{085EFC9C-377F-A3BA-527D-C0AB1BBD4B9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7084" y="827275"/>
            <a:ext cx="540000" cy="540000"/>
          </a:xfrm>
          <a:prstGeom prst="rect">
            <a:avLst/>
          </a:prstGeom>
        </p:spPr>
      </p:pic>
    </p:spTree>
    <p:extLst>
      <p:ext uri="{BB962C8B-B14F-4D97-AF65-F5344CB8AC3E}">
        <p14:creationId xmlns:p14="http://schemas.microsoft.com/office/powerpoint/2010/main" val="359553799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1165</Words>
  <Application>Microsoft Macintosh PowerPoint</Application>
  <PresentationFormat>Benutzerdefiniert</PresentationFormat>
  <Paragraphs>55</Paragraphs>
  <Slides>4</Slides>
  <Notes>4</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4</vt:i4>
      </vt:variant>
    </vt:vector>
  </HeadingPairs>
  <TitlesOfParts>
    <vt:vector size="8" baseType="lpstr">
      <vt:lpstr>Aptos</vt:lpstr>
      <vt:lpstr>Aptos Display</vt:lpstr>
      <vt:lpstr>Arial</vt:lpstr>
      <vt:lpstr>Office</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Lara-Aida Jopp</dc:creator>
  <cp:lastModifiedBy>Lara-Aida Jopp</cp:lastModifiedBy>
  <cp:revision>1</cp:revision>
  <dcterms:created xsi:type="dcterms:W3CDTF">2025-09-15T16:08:46Z</dcterms:created>
  <dcterms:modified xsi:type="dcterms:W3CDTF">2025-09-17T06:02:14Z</dcterms:modified>
</cp:coreProperties>
</file>