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
  </p:notesMasterIdLst>
  <p:sldIdLst>
    <p:sldId id="257" r:id="rId2"/>
    <p:sldId id="263" r:id="rId3"/>
    <p:sldId id="264" r:id="rId4"/>
    <p:sldId id="265" r:id="rId5"/>
  </p:sldIdLst>
  <p:sldSz cx="7099300" cy="9944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2" userDrawn="1">
          <p15:clr>
            <a:srgbClr val="A4A3A4"/>
          </p15:clr>
        </p15:guide>
        <p15:guide id="2" pos="42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393A7-0F1F-944B-8257-70D18AD51CD2}" v="4" dt="2025-09-17T06:32:38.115"/>
    <p1510:client id="{C36279D9-0E42-D541-A06A-9AFF9D114990}" v="60" dt="2025-09-17T06:01:20.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2"/>
    <p:restoredTop sz="94801"/>
  </p:normalViewPr>
  <p:slideViewPr>
    <p:cSldViewPr snapToGrid="0">
      <p:cViewPr>
        <p:scale>
          <a:sx n="134" d="100"/>
          <a:sy n="134" d="100"/>
        </p:scale>
        <p:origin x="3848" y="-840"/>
      </p:cViewPr>
      <p:guideLst>
        <p:guide orient="horz" pos="3132"/>
        <p:guide pos="42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ra-Aida Jopp" userId="a9e2f407ef8155ce" providerId="LiveId" clId="{EB93BFB5-76CE-54F8-BED3-523D13B8C2DE}"/>
    <pc:docChg chg="undo custSel addSld delSld modSld">
      <pc:chgData name="Lara-Aida Jopp" userId="a9e2f407ef8155ce" providerId="LiveId" clId="{EB93BFB5-76CE-54F8-BED3-523D13B8C2DE}" dt="2025-09-17T06:32:57.995" v="534" actId="14100"/>
      <pc:docMkLst>
        <pc:docMk/>
      </pc:docMkLst>
      <pc:sldChg chg="addSp delSp modSp mod">
        <pc:chgData name="Lara-Aida Jopp" userId="a9e2f407ef8155ce" providerId="LiveId" clId="{EB93BFB5-76CE-54F8-BED3-523D13B8C2DE}" dt="2025-09-17T06:32:06.547" v="523" actId="14100"/>
        <pc:sldMkLst>
          <pc:docMk/>
          <pc:sldMk cId="2992061806" sldId="257"/>
        </pc:sldMkLst>
        <pc:spChg chg="del mod">
          <ac:chgData name="Lara-Aida Jopp" userId="a9e2f407ef8155ce" providerId="LiveId" clId="{EB93BFB5-76CE-54F8-BED3-523D13B8C2DE}" dt="2025-09-17T05:49:04.201" v="239" actId="478"/>
          <ac:spMkLst>
            <pc:docMk/>
            <pc:sldMk cId="2992061806" sldId="257"/>
            <ac:spMk id="4" creationId="{1921DCDC-2CCE-6753-C322-4F9F69D765E9}"/>
          </ac:spMkLst>
        </pc:spChg>
        <pc:spChg chg="del mod">
          <ac:chgData name="Lara-Aida Jopp" userId="a9e2f407ef8155ce" providerId="LiveId" clId="{EB93BFB5-76CE-54F8-BED3-523D13B8C2DE}" dt="2025-09-17T05:52:04.901" v="275" actId="478"/>
          <ac:spMkLst>
            <pc:docMk/>
            <pc:sldMk cId="2992061806" sldId="257"/>
            <ac:spMk id="9" creationId="{82FAA6F3-5149-7AE0-80E3-9B75A584E136}"/>
          </ac:spMkLst>
        </pc:spChg>
        <pc:spChg chg="mod">
          <ac:chgData name="Lara-Aida Jopp" userId="a9e2f407ef8155ce" providerId="LiveId" clId="{EB93BFB5-76CE-54F8-BED3-523D13B8C2DE}" dt="2025-09-17T05:55:48.109" v="373" actId="14100"/>
          <ac:spMkLst>
            <pc:docMk/>
            <pc:sldMk cId="2992061806" sldId="257"/>
            <ac:spMk id="10" creationId="{55AEF08B-1CC2-BFA3-B26A-30A15CF458EC}"/>
          </ac:spMkLst>
        </pc:spChg>
        <pc:spChg chg="del mod">
          <ac:chgData name="Lara-Aida Jopp" userId="a9e2f407ef8155ce" providerId="LiveId" clId="{EB93BFB5-76CE-54F8-BED3-523D13B8C2DE}" dt="2025-09-17T05:52:03.333" v="274" actId="478"/>
          <ac:spMkLst>
            <pc:docMk/>
            <pc:sldMk cId="2992061806" sldId="257"/>
            <ac:spMk id="11" creationId="{B9A26A4E-3F76-E38D-BA85-B0381BCBE822}"/>
          </ac:spMkLst>
        </pc:spChg>
        <pc:spChg chg="del mod">
          <ac:chgData name="Lara-Aida Jopp" userId="a9e2f407ef8155ce" providerId="LiveId" clId="{EB93BFB5-76CE-54F8-BED3-523D13B8C2DE}" dt="2025-09-17T05:52:03.333" v="274" actId="478"/>
          <ac:spMkLst>
            <pc:docMk/>
            <pc:sldMk cId="2992061806" sldId="257"/>
            <ac:spMk id="12" creationId="{E04E14B2-0E6C-11D1-6055-BCCC5D987827}"/>
          </ac:spMkLst>
        </pc:spChg>
        <pc:spChg chg="mod">
          <ac:chgData name="Lara-Aida Jopp" userId="a9e2f407ef8155ce" providerId="LiveId" clId="{EB93BFB5-76CE-54F8-BED3-523D13B8C2DE}" dt="2025-09-17T06:32:06.547" v="523" actId="14100"/>
          <ac:spMkLst>
            <pc:docMk/>
            <pc:sldMk cId="2992061806" sldId="257"/>
            <ac:spMk id="13" creationId="{7D7AE346-B049-D9B0-970D-81601FC441FF}"/>
          </ac:spMkLst>
        </pc:spChg>
        <pc:spChg chg="add del">
          <ac:chgData name="Lara-Aida Jopp" userId="a9e2f407ef8155ce" providerId="LiveId" clId="{EB93BFB5-76CE-54F8-BED3-523D13B8C2DE}" dt="2025-09-17T05:36:53.958" v="1" actId="22"/>
          <ac:spMkLst>
            <pc:docMk/>
            <pc:sldMk cId="2992061806" sldId="257"/>
            <ac:spMk id="25" creationId="{03BA8379-181B-6548-4E08-613D585B718A}"/>
          </ac:spMkLst>
        </pc:spChg>
        <pc:spChg chg="add del">
          <ac:chgData name="Lara-Aida Jopp" userId="a9e2f407ef8155ce" providerId="LiveId" clId="{EB93BFB5-76CE-54F8-BED3-523D13B8C2DE}" dt="2025-09-17T05:37:01.180" v="3" actId="22"/>
          <ac:spMkLst>
            <pc:docMk/>
            <pc:sldMk cId="2992061806" sldId="257"/>
            <ac:spMk id="27" creationId="{16C99044-4E22-4158-D7EC-FFE04E039101}"/>
          </ac:spMkLst>
        </pc:spChg>
        <pc:spChg chg="add del">
          <ac:chgData name="Lara-Aida Jopp" userId="a9e2f407ef8155ce" providerId="LiveId" clId="{EB93BFB5-76CE-54F8-BED3-523D13B8C2DE}" dt="2025-09-17T05:56:14.979" v="380" actId="478"/>
          <ac:spMkLst>
            <pc:docMk/>
            <pc:sldMk cId="2992061806" sldId="257"/>
            <ac:spMk id="28" creationId="{EDA0C23A-9D26-5F95-08CC-C68F85192446}"/>
          </ac:spMkLst>
        </pc:spChg>
        <pc:spChg chg="add del mod">
          <ac:chgData name="Lara-Aida Jopp" userId="a9e2f407ef8155ce" providerId="LiveId" clId="{EB93BFB5-76CE-54F8-BED3-523D13B8C2DE}" dt="2025-09-17T05:56:14.979" v="380" actId="478"/>
          <ac:spMkLst>
            <pc:docMk/>
            <pc:sldMk cId="2992061806" sldId="257"/>
            <ac:spMk id="29" creationId="{754DED50-B905-3574-040F-382072F8A5F3}"/>
          </ac:spMkLst>
        </pc:spChg>
        <pc:spChg chg="add del mod">
          <ac:chgData name="Lara-Aida Jopp" userId="a9e2f407ef8155ce" providerId="LiveId" clId="{EB93BFB5-76CE-54F8-BED3-523D13B8C2DE}" dt="2025-09-17T05:46:42.905" v="126"/>
          <ac:spMkLst>
            <pc:docMk/>
            <pc:sldMk cId="2992061806" sldId="257"/>
            <ac:spMk id="30" creationId="{63294E69-19D8-0EBE-F7A2-9D0EB01E9794}"/>
          </ac:spMkLst>
        </pc:spChg>
        <pc:spChg chg="add del">
          <ac:chgData name="Lara-Aida Jopp" userId="a9e2f407ef8155ce" providerId="LiveId" clId="{EB93BFB5-76CE-54F8-BED3-523D13B8C2DE}" dt="2025-09-17T05:50:35.642" v="252" actId="478"/>
          <ac:spMkLst>
            <pc:docMk/>
            <pc:sldMk cId="2992061806" sldId="257"/>
            <ac:spMk id="31" creationId="{26444B35-997A-42D7-0EE8-B929ED940921}"/>
          </ac:spMkLst>
        </pc:spChg>
        <pc:picChg chg="add del mod">
          <ac:chgData name="Lara-Aida Jopp" userId="a9e2f407ef8155ce" providerId="LiveId" clId="{EB93BFB5-76CE-54F8-BED3-523D13B8C2DE}" dt="2025-09-17T05:54:51.535" v="338" actId="554"/>
          <ac:picMkLst>
            <pc:docMk/>
            <pc:sldMk cId="2992061806" sldId="257"/>
            <ac:picMk id="6" creationId="{FC298291-2732-CC8E-F6A8-B3502A8CC2A4}"/>
          </ac:picMkLst>
        </pc:picChg>
        <pc:picChg chg="del">
          <ac:chgData name="Lara-Aida Jopp" userId="a9e2f407ef8155ce" providerId="LiveId" clId="{EB93BFB5-76CE-54F8-BED3-523D13B8C2DE}" dt="2025-09-17T05:39:44.622" v="15" actId="478"/>
          <ac:picMkLst>
            <pc:docMk/>
            <pc:sldMk cId="2992061806" sldId="257"/>
            <ac:picMk id="8" creationId="{9080B069-522F-905B-58B1-71A6992D6A99}"/>
          </ac:picMkLst>
        </pc:picChg>
        <pc:picChg chg="del">
          <ac:chgData name="Lara-Aida Jopp" userId="a9e2f407ef8155ce" providerId="LiveId" clId="{EB93BFB5-76CE-54F8-BED3-523D13B8C2DE}" dt="2025-09-17T05:39:44.622" v="15" actId="478"/>
          <ac:picMkLst>
            <pc:docMk/>
            <pc:sldMk cId="2992061806" sldId="257"/>
            <ac:picMk id="14" creationId="{7E4504B0-13E5-57B1-4399-529985FBF6F1}"/>
          </ac:picMkLst>
        </pc:picChg>
        <pc:picChg chg="del">
          <ac:chgData name="Lara-Aida Jopp" userId="a9e2f407ef8155ce" providerId="LiveId" clId="{EB93BFB5-76CE-54F8-BED3-523D13B8C2DE}" dt="2025-09-17T05:39:44.622" v="15" actId="478"/>
          <ac:picMkLst>
            <pc:docMk/>
            <pc:sldMk cId="2992061806" sldId="257"/>
            <ac:picMk id="15" creationId="{ED1F95D1-243F-B553-895B-DE7B14E9CE4B}"/>
          </ac:picMkLst>
        </pc:picChg>
        <pc:picChg chg="del">
          <ac:chgData name="Lara-Aida Jopp" userId="a9e2f407ef8155ce" providerId="LiveId" clId="{EB93BFB5-76CE-54F8-BED3-523D13B8C2DE}" dt="2025-09-17T05:39:44.622" v="15" actId="478"/>
          <ac:picMkLst>
            <pc:docMk/>
            <pc:sldMk cId="2992061806" sldId="257"/>
            <ac:picMk id="16" creationId="{27FFA0F5-290A-A123-4EDC-89222860E7E1}"/>
          </ac:picMkLst>
        </pc:picChg>
        <pc:picChg chg="del">
          <ac:chgData name="Lara-Aida Jopp" userId="a9e2f407ef8155ce" providerId="LiveId" clId="{EB93BFB5-76CE-54F8-BED3-523D13B8C2DE}" dt="2025-09-17T05:39:44.622" v="15" actId="478"/>
          <ac:picMkLst>
            <pc:docMk/>
            <pc:sldMk cId="2992061806" sldId="257"/>
            <ac:picMk id="17" creationId="{F3CF33ED-7A83-1789-514B-E095CCD3D13F}"/>
          </ac:picMkLst>
        </pc:picChg>
        <pc:picChg chg="del">
          <ac:chgData name="Lara-Aida Jopp" userId="a9e2f407ef8155ce" providerId="LiveId" clId="{EB93BFB5-76CE-54F8-BED3-523D13B8C2DE}" dt="2025-09-17T05:39:44.622" v="15" actId="478"/>
          <ac:picMkLst>
            <pc:docMk/>
            <pc:sldMk cId="2992061806" sldId="257"/>
            <ac:picMk id="18" creationId="{87ABF8B0-30A1-05FC-6DFD-B44C437DC5A4}"/>
          </ac:picMkLst>
        </pc:picChg>
        <pc:picChg chg="del mod">
          <ac:chgData name="Lara-Aida Jopp" userId="a9e2f407ef8155ce" providerId="LiveId" clId="{EB93BFB5-76CE-54F8-BED3-523D13B8C2DE}" dt="2025-09-17T05:56:16.461" v="381" actId="478"/>
          <ac:picMkLst>
            <pc:docMk/>
            <pc:sldMk cId="2992061806" sldId="257"/>
            <ac:picMk id="19" creationId="{BAF0BA70-DEB6-E2C4-EA09-A1C11C8C950C}"/>
          </ac:picMkLst>
        </pc:picChg>
        <pc:picChg chg="del mod">
          <ac:chgData name="Lara-Aida Jopp" userId="a9e2f407ef8155ce" providerId="LiveId" clId="{EB93BFB5-76CE-54F8-BED3-523D13B8C2DE}" dt="2025-09-17T05:51:58.791" v="272" actId="478"/>
          <ac:picMkLst>
            <pc:docMk/>
            <pc:sldMk cId="2992061806" sldId="257"/>
            <ac:picMk id="20" creationId="{F33E5B34-F3B7-545E-C4A6-562E6FA1FE15}"/>
          </ac:picMkLst>
        </pc:picChg>
        <pc:picChg chg="del mod">
          <ac:chgData name="Lara-Aida Jopp" userId="a9e2f407ef8155ce" providerId="LiveId" clId="{EB93BFB5-76CE-54F8-BED3-523D13B8C2DE}" dt="2025-09-17T05:51:58.791" v="272" actId="478"/>
          <ac:picMkLst>
            <pc:docMk/>
            <pc:sldMk cId="2992061806" sldId="257"/>
            <ac:picMk id="21" creationId="{F559F60A-DD60-13EA-A180-0C685A81A4E1}"/>
          </ac:picMkLst>
        </pc:picChg>
        <pc:picChg chg="del mod">
          <ac:chgData name="Lara-Aida Jopp" userId="a9e2f407ef8155ce" providerId="LiveId" clId="{EB93BFB5-76CE-54F8-BED3-523D13B8C2DE}" dt="2025-09-17T05:52:00.010" v="273" actId="478"/>
          <ac:picMkLst>
            <pc:docMk/>
            <pc:sldMk cId="2992061806" sldId="257"/>
            <ac:picMk id="22" creationId="{14DF75FB-4417-69B2-7105-9470DCD1186D}"/>
          </ac:picMkLst>
        </pc:picChg>
        <pc:picChg chg="del mod">
          <ac:chgData name="Lara-Aida Jopp" userId="a9e2f407ef8155ce" providerId="LiveId" clId="{EB93BFB5-76CE-54F8-BED3-523D13B8C2DE}" dt="2025-09-17T05:51:58.791" v="272" actId="478"/>
          <ac:picMkLst>
            <pc:docMk/>
            <pc:sldMk cId="2992061806" sldId="257"/>
            <ac:picMk id="23" creationId="{C4445E96-D159-AF29-1A93-CB31E0823547}"/>
          </ac:picMkLst>
        </pc:picChg>
        <pc:picChg chg="add del mod">
          <ac:chgData name="Lara-Aida Jopp" userId="a9e2f407ef8155ce" providerId="LiveId" clId="{EB93BFB5-76CE-54F8-BED3-523D13B8C2DE}" dt="2025-09-17T05:54:12.794" v="326" actId="478"/>
          <ac:picMkLst>
            <pc:docMk/>
            <pc:sldMk cId="2992061806" sldId="257"/>
            <ac:picMk id="33" creationId="{BA1D96CC-94D4-DAF2-460C-842B08109EC8}"/>
          </ac:picMkLst>
        </pc:picChg>
        <pc:picChg chg="add del mod">
          <ac:chgData name="Lara-Aida Jopp" userId="a9e2f407ef8155ce" providerId="LiveId" clId="{EB93BFB5-76CE-54F8-BED3-523D13B8C2DE}" dt="2025-09-17T05:55:10.557" v="344" actId="478"/>
          <ac:picMkLst>
            <pc:docMk/>
            <pc:sldMk cId="2992061806" sldId="257"/>
            <ac:picMk id="35" creationId="{4FEEEE73-4342-D339-3BE4-607A6EEC97CF}"/>
          </ac:picMkLst>
        </pc:picChg>
        <pc:picChg chg="add del mod">
          <ac:chgData name="Lara-Aida Jopp" userId="a9e2f407ef8155ce" providerId="LiveId" clId="{EB93BFB5-76CE-54F8-BED3-523D13B8C2DE}" dt="2025-09-17T05:54:53.135" v="340" actId="478"/>
          <ac:picMkLst>
            <pc:docMk/>
            <pc:sldMk cId="2992061806" sldId="257"/>
            <ac:picMk id="37" creationId="{F09CF4DF-422B-889C-7118-DAC96EECA414}"/>
          </ac:picMkLst>
        </pc:picChg>
        <pc:picChg chg="add del mod">
          <ac:chgData name="Lara-Aida Jopp" userId="a9e2f407ef8155ce" providerId="LiveId" clId="{EB93BFB5-76CE-54F8-BED3-523D13B8C2DE}" dt="2025-09-17T05:55:10.557" v="344" actId="478"/>
          <ac:picMkLst>
            <pc:docMk/>
            <pc:sldMk cId="2992061806" sldId="257"/>
            <ac:picMk id="39" creationId="{65E29927-4D9C-9BF8-83E3-A82A59845581}"/>
          </ac:picMkLst>
        </pc:picChg>
        <pc:picChg chg="add mod">
          <ac:chgData name="Lara-Aida Jopp" userId="a9e2f407ef8155ce" providerId="LiveId" clId="{EB93BFB5-76CE-54F8-BED3-523D13B8C2DE}" dt="2025-09-17T05:55:43.746" v="372" actId="1038"/>
          <ac:picMkLst>
            <pc:docMk/>
            <pc:sldMk cId="2992061806" sldId="257"/>
            <ac:picMk id="41" creationId="{584DB557-ECFC-DCE6-4C4B-7826D54A37F2}"/>
          </ac:picMkLst>
        </pc:picChg>
        <pc:picChg chg="add del">
          <ac:chgData name="Lara-Aida Jopp" userId="a9e2f407ef8155ce" providerId="LiveId" clId="{EB93BFB5-76CE-54F8-BED3-523D13B8C2DE}" dt="2025-09-17T05:37:20.151" v="5" actId="478"/>
          <ac:picMkLst>
            <pc:docMk/>
            <pc:sldMk cId="2992061806" sldId="257"/>
            <ac:picMk id="1026" creationId="{C5B435E2-8CD4-A48E-0FDA-15FE43F9138F}"/>
          </ac:picMkLst>
        </pc:picChg>
        <pc:picChg chg="add del mod">
          <ac:chgData name="Lara-Aida Jopp" userId="a9e2f407ef8155ce" providerId="LiveId" clId="{EB93BFB5-76CE-54F8-BED3-523D13B8C2DE}" dt="2025-09-17T05:37:30.697" v="8" actId="478"/>
          <ac:picMkLst>
            <pc:docMk/>
            <pc:sldMk cId="2992061806" sldId="257"/>
            <ac:picMk id="1028" creationId="{EDF94AB2-A2D3-CFE0-CFE1-499CC46951A0}"/>
          </ac:picMkLst>
        </pc:picChg>
        <pc:picChg chg="add del mod">
          <ac:chgData name="Lara-Aida Jopp" userId="a9e2f407ef8155ce" providerId="LiveId" clId="{EB93BFB5-76CE-54F8-BED3-523D13B8C2DE}" dt="2025-09-17T05:53:42.830" v="321" actId="478"/>
          <ac:picMkLst>
            <pc:docMk/>
            <pc:sldMk cId="2992061806" sldId="257"/>
            <ac:picMk id="1030" creationId="{5CE8871E-B899-D94C-7586-64390F05C504}"/>
          </ac:picMkLst>
        </pc:picChg>
      </pc:sldChg>
      <pc:sldChg chg="del">
        <pc:chgData name="Lara-Aida Jopp" userId="a9e2f407ef8155ce" providerId="LiveId" clId="{EB93BFB5-76CE-54F8-BED3-523D13B8C2DE}" dt="2025-09-17T05:51:54.285" v="271" actId="2696"/>
        <pc:sldMkLst>
          <pc:docMk/>
          <pc:sldMk cId="4050965621" sldId="258"/>
        </pc:sldMkLst>
      </pc:sldChg>
      <pc:sldChg chg="add del">
        <pc:chgData name="Lara-Aida Jopp" userId="a9e2f407ef8155ce" providerId="LiveId" clId="{EB93BFB5-76CE-54F8-BED3-523D13B8C2DE}" dt="2025-09-17T05:51:50.401" v="268" actId="2696"/>
        <pc:sldMkLst>
          <pc:docMk/>
          <pc:sldMk cId="490972954" sldId="259"/>
        </pc:sldMkLst>
      </pc:sldChg>
      <pc:sldChg chg="add del">
        <pc:chgData name="Lara-Aida Jopp" userId="a9e2f407ef8155ce" providerId="LiveId" clId="{EB93BFB5-76CE-54F8-BED3-523D13B8C2DE}" dt="2025-09-17T05:55:55.370" v="377" actId="2696"/>
        <pc:sldMkLst>
          <pc:docMk/>
          <pc:sldMk cId="2143284321" sldId="260"/>
        </pc:sldMkLst>
      </pc:sldChg>
      <pc:sldChg chg="add del">
        <pc:chgData name="Lara-Aida Jopp" userId="a9e2f407ef8155ce" providerId="LiveId" clId="{EB93BFB5-76CE-54F8-BED3-523D13B8C2DE}" dt="2025-09-17T05:55:58.383" v="379" actId="2696"/>
        <pc:sldMkLst>
          <pc:docMk/>
          <pc:sldMk cId="939138068" sldId="261"/>
        </pc:sldMkLst>
      </pc:sldChg>
      <pc:sldChg chg="add del">
        <pc:chgData name="Lara-Aida Jopp" userId="a9e2f407ef8155ce" providerId="LiveId" clId="{EB93BFB5-76CE-54F8-BED3-523D13B8C2DE}" dt="2025-09-17T05:55:57.336" v="378" actId="2696"/>
        <pc:sldMkLst>
          <pc:docMk/>
          <pc:sldMk cId="3996373559" sldId="262"/>
        </pc:sldMkLst>
      </pc:sldChg>
      <pc:sldChg chg="delSp modSp add mod">
        <pc:chgData name="Lara-Aida Jopp" userId="a9e2f407ef8155ce" providerId="LiveId" clId="{EB93BFB5-76CE-54F8-BED3-523D13B8C2DE}" dt="2025-09-17T06:32:12.677" v="524" actId="14100"/>
        <pc:sldMkLst>
          <pc:docMk/>
          <pc:sldMk cId="917805571" sldId="263"/>
        </pc:sldMkLst>
        <pc:spChg chg="mod">
          <ac:chgData name="Lara-Aida Jopp" userId="a9e2f407ef8155ce" providerId="LiveId" clId="{EB93BFB5-76CE-54F8-BED3-523D13B8C2DE}" dt="2025-09-17T05:56:58.436" v="384" actId="20577"/>
          <ac:spMkLst>
            <pc:docMk/>
            <pc:sldMk cId="917805571" sldId="263"/>
            <ac:spMk id="10" creationId="{1D904180-D2C5-021A-8984-8121EEC6911E}"/>
          </ac:spMkLst>
        </pc:spChg>
        <pc:spChg chg="mod">
          <ac:chgData name="Lara-Aida Jopp" userId="a9e2f407ef8155ce" providerId="LiveId" clId="{EB93BFB5-76CE-54F8-BED3-523D13B8C2DE}" dt="2025-09-17T06:32:12.677" v="524" actId="14100"/>
          <ac:spMkLst>
            <pc:docMk/>
            <pc:sldMk cId="917805571" sldId="263"/>
            <ac:spMk id="13" creationId="{E99301C1-4124-3CA0-F752-42991C63B771}"/>
          </ac:spMkLst>
        </pc:spChg>
        <pc:spChg chg="del">
          <ac:chgData name="Lara-Aida Jopp" userId="a9e2f407ef8155ce" providerId="LiveId" clId="{EB93BFB5-76CE-54F8-BED3-523D13B8C2DE}" dt="2025-09-17T05:59:44.093" v="452" actId="478"/>
          <ac:spMkLst>
            <pc:docMk/>
            <pc:sldMk cId="917805571" sldId="263"/>
            <ac:spMk id="28" creationId="{91028493-0832-0AAF-CCC1-766CFD89B481}"/>
          </ac:spMkLst>
        </pc:spChg>
        <pc:spChg chg="del">
          <ac:chgData name="Lara-Aida Jopp" userId="a9e2f407ef8155ce" providerId="LiveId" clId="{EB93BFB5-76CE-54F8-BED3-523D13B8C2DE}" dt="2025-09-17T05:59:42.637" v="451" actId="478"/>
          <ac:spMkLst>
            <pc:docMk/>
            <pc:sldMk cId="917805571" sldId="263"/>
            <ac:spMk id="29" creationId="{C4590A5A-BDAC-D7E9-CDE3-8762BA2F1985}"/>
          </ac:spMkLst>
        </pc:spChg>
        <pc:picChg chg="del">
          <ac:chgData name="Lara-Aida Jopp" userId="a9e2f407ef8155ce" providerId="LiveId" clId="{EB93BFB5-76CE-54F8-BED3-523D13B8C2DE}" dt="2025-09-17T05:59:40.351" v="450" actId="478"/>
          <ac:picMkLst>
            <pc:docMk/>
            <pc:sldMk cId="917805571" sldId="263"/>
            <ac:picMk id="19" creationId="{AC1EF8CD-DBE9-92ED-BC32-AB677685FB91}"/>
          </ac:picMkLst>
        </pc:picChg>
      </pc:sldChg>
      <pc:sldChg chg="delSp modSp add mod">
        <pc:chgData name="Lara-Aida Jopp" userId="a9e2f407ef8155ce" providerId="LiveId" clId="{EB93BFB5-76CE-54F8-BED3-523D13B8C2DE}" dt="2025-09-17T06:32:19.599" v="525" actId="14100"/>
        <pc:sldMkLst>
          <pc:docMk/>
          <pc:sldMk cId="3698667368" sldId="264"/>
        </pc:sldMkLst>
        <pc:spChg chg="mod">
          <ac:chgData name="Lara-Aida Jopp" userId="a9e2f407ef8155ce" providerId="LiveId" clId="{EB93BFB5-76CE-54F8-BED3-523D13B8C2DE}" dt="2025-09-17T06:00:04.900" v="455" actId="20577"/>
          <ac:spMkLst>
            <pc:docMk/>
            <pc:sldMk cId="3698667368" sldId="264"/>
            <ac:spMk id="10" creationId="{3E47E7C5-830C-BB0C-FDEB-FAECB4B9C3F2}"/>
          </ac:spMkLst>
        </pc:spChg>
        <pc:spChg chg="mod">
          <ac:chgData name="Lara-Aida Jopp" userId="a9e2f407ef8155ce" providerId="LiveId" clId="{EB93BFB5-76CE-54F8-BED3-523D13B8C2DE}" dt="2025-09-17T06:32:19.599" v="525" actId="14100"/>
          <ac:spMkLst>
            <pc:docMk/>
            <pc:sldMk cId="3698667368" sldId="264"/>
            <ac:spMk id="13" creationId="{3C3A8DF0-283C-6078-F3E0-E90C1874910A}"/>
          </ac:spMkLst>
        </pc:spChg>
        <pc:spChg chg="del">
          <ac:chgData name="Lara-Aida Jopp" userId="a9e2f407ef8155ce" providerId="LiveId" clId="{EB93BFB5-76CE-54F8-BED3-523D13B8C2DE}" dt="2025-09-17T06:00:51.970" v="468" actId="478"/>
          <ac:spMkLst>
            <pc:docMk/>
            <pc:sldMk cId="3698667368" sldId="264"/>
            <ac:spMk id="28" creationId="{777AC385-D7CB-7FF4-ADAF-B905084EE968}"/>
          </ac:spMkLst>
        </pc:spChg>
        <pc:spChg chg="del">
          <ac:chgData name="Lara-Aida Jopp" userId="a9e2f407ef8155ce" providerId="LiveId" clId="{EB93BFB5-76CE-54F8-BED3-523D13B8C2DE}" dt="2025-09-17T06:00:53.830" v="469" actId="478"/>
          <ac:spMkLst>
            <pc:docMk/>
            <pc:sldMk cId="3698667368" sldId="264"/>
            <ac:spMk id="29" creationId="{F1962CAD-9328-6B61-F2D3-C93567139B61}"/>
          </ac:spMkLst>
        </pc:spChg>
        <pc:picChg chg="del">
          <ac:chgData name="Lara-Aida Jopp" userId="a9e2f407ef8155ce" providerId="LiveId" clId="{EB93BFB5-76CE-54F8-BED3-523D13B8C2DE}" dt="2025-09-17T06:00:49.523" v="467" actId="478"/>
          <ac:picMkLst>
            <pc:docMk/>
            <pc:sldMk cId="3698667368" sldId="264"/>
            <ac:picMk id="19" creationId="{75DE6D27-74D8-D653-AAAE-C085F1CA0B0E}"/>
          </ac:picMkLst>
        </pc:picChg>
      </pc:sldChg>
      <pc:sldChg chg="delSp modSp add mod">
        <pc:chgData name="Lara-Aida Jopp" userId="a9e2f407ef8155ce" providerId="LiveId" clId="{EB93BFB5-76CE-54F8-BED3-523D13B8C2DE}" dt="2025-09-17T06:32:57.995" v="534" actId="14100"/>
        <pc:sldMkLst>
          <pc:docMk/>
          <pc:sldMk cId="3595537991" sldId="265"/>
        </pc:sldMkLst>
        <pc:spChg chg="mod">
          <ac:chgData name="Lara-Aida Jopp" userId="a9e2f407ef8155ce" providerId="LiveId" clId="{EB93BFB5-76CE-54F8-BED3-523D13B8C2DE}" dt="2025-09-17T06:01:10.750" v="472" actId="20577"/>
          <ac:spMkLst>
            <pc:docMk/>
            <pc:sldMk cId="3595537991" sldId="265"/>
            <ac:spMk id="10" creationId="{BEF574B0-AF18-70E5-4503-02AAFD212846}"/>
          </ac:spMkLst>
        </pc:spChg>
        <pc:spChg chg="mod">
          <ac:chgData name="Lara-Aida Jopp" userId="a9e2f407ef8155ce" providerId="LiveId" clId="{EB93BFB5-76CE-54F8-BED3-523D13B8C2DE}" dt="2025-09-17T06:32:57.995" v="534" actId="14100"/>
          <ac:spMkLst>
            <pc:docMk/>
            <pc:sldMk cId="3595537991" sldId="265"/>
            <ac:spMk id="13" creationId="{D3218632-999D-820F-BD4F-156719C0BC35}"/>
          </ac:spMkLst>
        </pc:spChg>
        <pc:spChg chg="del">
          <ac:chgData name="Lara-Aida Jopp" userId="a9e2f407ef8155ce" providerId="LiveId" clId="{EB93BFB5-76CE-54F8-BED3-523D13B8C2DE}" dt="2025-09-17T06:02:04.428" v="492" actId="478"/>
          <ac:spMkLst>
            <pc:docMk/>
            <pc:sldMk cId="3595537991" sldId="265"/>
            <ac:spMk id="28" creationId="{9A388348-5EFF-5FC8-076C-73DBB7FA1D4C}"/>
          </ac:spMkLst>
        </pc:spChg>
        <pc:spChg chg="del">
          <ac:chgData name="Lara-Aida Jopp" userId="a9e2f407ef8155ce" providerId="LiveId" clId="{EB93BFB5-76CE-54F8-BED3-523D13B8C2DE}" dt="2025-09-17T06:02:06.118" v="493" actId="478"/>
          <ac:spMkLst>
            <pc:docMk/>
            <pc:sldMk cId="3595537991" sldId="265"/>
            <ac:spMk id="29" creationId="{76572842-FF39-3929-A024-8929EB22A9EE}"/>
          </ac:spMkLst>
        </pc:spChg>
        <pc:picChg chg="del">
          <ac:chgData name="Lara-Aida Jopp" userId="a9e2f407ef8155ce" providerId="LiveId" clId="{EB93BFB5-76CE-54F8-BED3-523D13B8C2DE}" dt="2025-09-17T06:02:03.090" v="491" actId="478"/>
          <ac:picMkLst>
            <pc:docMk/>
            <pc:sldMk cId="3595537991" sldId="265"/>
            <ac:picMk id="19" creationId="{867E5EB0-A5D2-F42D-4EE0-3ADEF691D7E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FF8D5-07AF-794C-9522-33845F359C19}" type="datetimeFigureOut">
              <a:t>17.09.25</a:t>
            </a:fld>
            <a:endParaRPr lang="en-US"/>
          </a:p>
        </p:txBody>
      </p:sp>
      <p:sp>
        <p:nvSpPr>
          <p:cNvPr id="4" name="Folienbildplatzhalt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135201-C292-6C48-9F4C-F5283A0EF994}" type="slidenum">
              <a:t>‹Nr.›</a:t>
            </a:fld>
            <a:endParaRPr lang="en-US"/>
          </a:p>
        </p:txBody>
      </p:sp>
    </p:spTree>
    <p:extLst>
      <p:ext uri="{BB962C8B-B14F-4D97-AF65-F5344CB8AC3E}">
        <p14:creationId xmlns:p14="http://schemas.microsoft.com/office/powerpoint/2010/main" val="40932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68135201-C292-6C48-9F4C-F5283A0EF994}" type="slidenum">
              <a:t>1</a:t>
            </a:fld>
            <a:endParaRPr lang="en-US"/>
          </a:p>
        </p:txBody>
      </p:sp>
    </p:spTree>
    <p:extLst>
      <p:ext uri="{BB962C8B-B14F-4D97-AF65-F5344CB8AC3E}">
        <p14:creationId xmlns:p14="http://schemas.microsoft.com/office/powerpoint/2010/main" val="356729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F08A-C3DB-B9AB-C0A5-52EF4855E4B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CF0034-6D2C-973D-8B40-B64E68A826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85CA55C-57E3-4132-9C5E-744CC8BEC0DC}"/>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C3510DE3-B660-BCB9-BE08-0210A698BADF}"/>
              </a:ext>
            </a:extLst>
          </p:cNvPr>
          <p:cNvSpPr>
            <a:spLocks noGrp="1"/>
          </p:cNvSpPr>
          <p:nvPr>
            <p:ph type="sldNum" sz="quarter" idx="5"/>
          </p:nvPr>
        </p:nvSpPr>
        <p:spPr/>
        <p:txBody>
          <a:bodyPr/>
          <a:lstStyle/>
          <a:p>
            <a:fld id="{68135201-C292-6C48-9F4C-F5283A0EF994}" type="slidenum">
              <a:t>2</a:t>
            </a:fld>
            <a:endParaRPr lang="en-US"/>
          </a:p>
        </p:txBody>
      </p:sp>
    </p:spTree>
    <p:extLst>
      <p:ext uri="{BB962C8B-B14F-4D97-AF65-F5344CB8AC3E}">
        <p14:creationId xmlns:p14="http://schemas.microsoft.com/office/powerpoint/2010/main" val="2136861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F630D-9BEB-BDCF-7522-EDAEF6FBC6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00BDA1-3EF2-B083-011F-98C6107BE7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F797D28-61B6-37D2-6957-CC0813FE035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8DD00A87-D4DD-47E7-D6D9-12D636F62EC2}"/>
              </a:ext>
            </a:extLst>
          </p:cNvPr>
          <p:cNvSpPr>
            <a:spLocks noGrp="1"/>
          </p:cNvSpPr>
          <p:nvPr>
            <p:ph type="sldNum" sz="quarter" idx="5"/>
          </p:nvPr>
        </p:nvSpPr>
        <p:spPr/>
        <p:txBody>
          <a:bodyPr/>
          <a:lstStyle/>
          <a:p>
            <a:fld id="{68135201-C292-6C48-9F4C-F5283A0EF994}" type="slidenum">
              <a:t>3</a:t>
            </a:fld>
            <a:endParaRPr lang="en-US"/>
          </a:p>
        </p:txBody>
      </p:sp>
    </p:spTree>
    <p:extLst>
      <p:ext uri="{BB962C8B-B14F-4D97-AF65-F5344CB8AC3E}">
        <p14:creationId xmlns:p14="http://schemas.microsoft.com/office/powerpoint/2010/main" val="353020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1353-87C0-E5A4-7BCD-2A757978215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5D4DD3-91CE-A324-DE02-72D7FA9555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4178E35-44FC-AC5E-6E99-7E3B99A929F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F32C5F2-33BF-8097-C62D-9C4AFA08EEF5}"/>
              </a:ext>
            </a:extLst>
          </p:cNvPr>
          <p:cNvSpPr>
            <a:spLocks noGrp="1"/>
          </p:cNvSpPr>
          <p:nvPr>
            <p:ph type="sldNum" sz="quarter" idx="5"/>
          </p:nvPr>
        </p:nvSpPr>
        <p:spPr/>
        <p:txBody>
          <a:bodyPr/>
          <a:lstStyle/>
          <a:p>
            <a:fld id="{68135201-C292-6C48-9F4C-F5283A0EF994}" type="slidenum">
              <a:t>4</a:t>
            </a:fld>
            <a:endParaRPr lang="en-US"/>
          </a:p>
        </p:txBody>
      </p:sp>
    </p:spTree>
    <p:extLst>
      <p:ext uri="{BB962C8B-B14F-4D97-AF65-F5344CB8AC3E}">
        <p14:creationId xmlns:p14="http://schemas.microsoft.com/office/powerpoint/2010/main" val="1939216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32448" y="1627426"/>
            <a:ext cx="6034405" cy="3462020"/>
          </a:xfrm>
        </p:spPr>
        <p:txBody>
          <a:bodyPr anchor="b"/>
          <a:lstStyle>
            <a:lvl1pPr algn="ctr">
              <a:defRPr sz="4658"/>
            </a:lvl1pPr>
          </a:lstStyle>
          <a:p>
            <a:r>
              <a:rPr lang="de-DE" dirty="0"/>
              <a:t>Mastertitelformat bearbeiten</a:t>
            </a:r>
            <a:endParaRPr lang="en-US" dirty="0"/>
          </a:p>
        </p:txBody>
      </p:sp>
      <p:sp>
        <p:nvSpPr>
          <p:cNvPr id="3" name="Subtitle 2"/>
          <p:cNvSpPr>
            <a:spLocks noGrp="1"/>
          </p:cNvSpPr>
          <p:nvPr>
            <p:ph type="subTitle" idx="1"/>
          </p:nvPr>
        </p:nvSpPr>
        <p:spPr>
          <a:xfrm>
            <a:off x="887413" y="5222955"/>
            <a:ext cx="5324475" cy="2400855"/>
          </a:xfrm>
        </p:spPr>
        <p:txBody>
          <a:bodyPr/>
          <a:lstStyle>
            <a:lvl1pPr marL="0" indent="0" algn="ctr">
              <a:buNone/>
              <a:defRPr sz="1863"/>
            </a:lvl1pPr>
            <a:lvl2pPr marL="354970" indent="0" algn="ctr">
              <a:buNone/>
              <a:defRPr sz="1553"/>
            </a:lvl2pPr>
            <a:lvl3pPr marL="709940" indent="0" algn="ctr">
              <a:buNone/>
              <a:defRPr sz="1398"/>
            </a:lvl3pPr>
            <a:lvl4pPr marL="1064910" indent="0" algn="ctr">
              <a:buNone/>
              <a:defRPr sz="1242"/>
            </a:lvl4pPr>
            <a:lvl5pPr marL="1419880" indent="0" algn="ctr">
              <a:buNone/>
              <a:defRPr sz="1242"/>
            </a:lvl5pPr>
            <a:lvl6pPr marL="1774850" indent="0" algn="ctr">
              <a:buNone/>
              <a:defRPr sz="1242"/>
            </a:lvl6pPr>
            <a:lvl7pPr marL="2129820" indent="0" algn="ctr">
              <a:buNone/>
              <a:defRPr sz="1242"/>
            </a:lvl7pPr>
            <a:lvl8pPr marL="2484791" indent="0" algn="ctr">
              <a:buNone/>
              <a:defRPr sz="1242"/>
            </a:lvl8pPr>
            <a:lvl9pPr marL="2839761" indent="0" algn="ctr">
              <a:buNone/>
              <a:defRPr sz="1242"/>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p>
            <a:fld id="{B6988924-A2AB-D743-97C9-919496A5C2C4}" type="datetimeFigureOut">
              <a:t>17.09.25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95222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17.09.25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756024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4380" y="2479122"/>
            <a:ext cx="6123146" cy="4136469"/>
          </a:xfrm>
        </p:spPr>
        <p:txBody>
          <a:bodyPr anchor="b"/>
          <a:lstStyle>
            <a:lvl1pPr>
              <a:defRPr sz="4658"/>
            </a:lvl1pPr>
          </a:lstStyle>
          <a:p>
            <a:r>
              <a:rPr lang="de-DE" dirty="0"/>
              <a:t>Mastertitelformat bearbeiten</a:t>
            </a:r>
            <a:endParaRPr lang="en-US" dirty="0"/>
          </a:p>
        </p:txBody>
      </p:sp>
      <p:sp>
        <p:nvSpPr>
          <p:cNvPr id="3" name="Text Placeholder 2"/>
          <p:cNvSpPr>
            <a:spLocks noGrp="1"/>
          </p:cNvSpPr>
          <p:nvPr>
            <p:ph type="body" idx="1"/>
          </p:nvPr>
        </p:nvSpPr>
        <p:spPr>
          <a:xfrm>
            <a:off x="484380" y="6654724"/>
            <a:ext cx="6123146" cy="2175271"/>
          </a:xfrm>
        </p:spPr>
        <p:txBody>
          <a:bodyPr/>
          <a:lstStyle>
            <a:lvl1pPr marL="0" indent="0">
              <a:buNone/>
              <a:defRPr sz="1863">
                <a:solidFill>
                  <a:schemeClr val="tx1">
                    <a:tint val="82000"/>
                  </a:schemeClr>
                </a:solidFill>
              </a:defRPr>
            </a:lvl1pPr>
            <a:lvl2pPr marL="354970" indent="0">
              <a:buNone/>
              <a:defRPr sz="1553">
                <a:solidFill>
                  <a:schemeClr val="tx1">
                    <a:tint val="82000"/>
                  </a:schemeClr>
                </a:solidFill>
              </a:defRPr>
            </a:lvl2pPr>
            <a:lvl3pPr marL="709940" indent="0">
              <a:buNone/>
              <a:defRPr sz="1398">
                <a:solidFill>
                  <a:schemeClr val="tx1">
                    <a:tint val="82000"/>
                  </a:schemeClr>
                </a:solidFill>
              </a:defRPr>
            </a:lvl3pPr>
            <a:lvl4pPr marL="1064910" indent="0">
              <a:buNone/>
              <a:defRPr sz="1242">
                <a:solidFill>
                  <a:schemeClr val="tx1">
                    <a:tint val="82000"/>
                  </a:schemeClr>
                </a:solidFill>
              </a:defRPr>
            </a:lvl4pPr>
            <a:lvl5pPr marL="1419880" indent="0">
              <a:buNone/>
              <a:defRPr sz="1242">
                <a:solidFill>
                  <a:schemeClr val="tx1">
                    <a:tint val="82000"/>
                  </a:schemeClr>
                </a:solidFill>
              </a:defRPr>
            </a:lvl5pPr>
            <a:lvl6pPr marL="1774850" indent="0">
              <a:buNone/>
              <a:defRPr sz="1242">
                <a:solidFill>
                  <a:schemeClr val="tx1">
                    <a:tint val="82000"/>
                  </a:schemeClr>
                </a:solidFill>
              </a:defRPr>
            </a:lvl6pPr>
            <a:lvl7pPr marL="2129820" indent="0">
              <a:buNone/>
              <a:defRPr sz="1242">
                <a:solidFill>
                  <a:schemeClr val="tx1">
                    <a:tint val="82000"/>
                  </a:schemeClr>
                </a:solidFill>
              </a:defRPr>
            </a:lvl7pPr>
            <a:lvl8pPr marL="2484791" indent="0">
              <a:buNone/>
              <a:defRPr sz="1242">
                <a:solidFill>
                  <a:schemeClr val="tx1">
                    <a:tint val="82000"/>
                  </a:schemeClr>
                </a:solidFill>
              </a:defRPr>
            </a:lvl8pPr>
            <a:lvl9pPr marL="2839761" indent="0">
              <a:buNone/>
              <a:defRPr sz="1242">
                <a:solidFill>
                  <a:schemeClr val="tx1">
                    <a:tint val="82000"/>
                  </a:schemeClr>
                </a:solidFill>
              </a:defRPr>
            </a:lvl9pPr>
          </a:lstStyle>
          <a:p>
            <a:pPr lvl="0"/>
            <a:r>
              <a:rPr lang="de-DE" dirty="0"/>
              <a:t>Mastertextformat bearbeiten</a:t>
            </a:r>
          </a:p>
        </p:txBody>
      </p:sp>
      <p:sp>
        <p:nvSpPr>
          <p:cNvPr id="4" name="Date Placeholder 3"/>
          <p:cNvSpPr>
            <a:spLocks noGrp="1"/>
          </p:cNvSpPr>
          <p:nvPr>
            <p:ph type="dt" sz="half" idx="10"/>
          </p:nvPr>
        </p:nvSpPr>
        <p:spPr/>
        <p:txBody>
          <a:bodyPr/>
          <a:lstStyle/>
          <a:p>
            <a:fld id="{B6988924-A2AB-D743-97C9-919496A5C2C4}" type="datetimeFigureOut">
              <a:t>17.09.25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16197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Content Placeholder 2"/>
          <p:cNvSpPr>
            <a:spLocks noGrp="1"/>
          </p:cNvSpPr>
          <p:nvPr>
            <p:ph sz="half" idx="1"/>
          </p:nvPr>
        </p:nvSpPr>
        <p:spPr>
          <a:xfrm>
            <a:off x="488077"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3594020" y="2647156"/>
            <a:ext cx="3017203" cy="630944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Date Placeholder 4"/>
          <p:cNvSpPr>
            <a:spLocks noGrp="1"/>
          </p:cNvSpPr>
          <p:nvPr>
            <p:ph type="dt" sz="half" idx="10"/>
          </p:nvPr>
        </p:nvSpPr>
        <p:spPr/>
        <p:txBody>
          <a:bodyPr/>
          <a:lstStyle/>
          <a:p>
            <a:fld id="{B6988924-A2AB-D743-97C9-919496A5C2C4}" type="datetimeFigureOut">
              <a:t>17.09.25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257752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89002" y="529434"/>
            <a:ext cx="6123146" cy="1922066"/>
          </a:xfrm>
        </p:spPr>
        <p:txBody>
          <a:bodyPr/>
          <a:lstStyle/>
          <a:p>
            <a:r>
              <a:rPr lang="de-DE" dirty="0"/>
              <a:t>Mastertitelformat bearbeiten</a:t>
            </a:r>
            <a:endParaRPr lang="en-US" dirty="0"/>
          </a:p>
        </p:txBody>
      </p:sp>
      <p:sp>
        <p:nvSpPr>
          <p:cNvPr id="3" name="Text Placeholder 2"/>
          <p:cNvSpPr>
            <a:spLocks noGrp="1"/>
          </p:cNvSpPr>
          <p:nvPr>
            <p:ph type="body" idx="1"/>
          </p:nvPr>
        </p:nvSpPr>
        <p:spPr>
          <a:xfrm>
            <a:off x="489002" y="2437687"/>
            <a:ext cx="3003336"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4" name="Content Placeholder 3"/>
          <p:cNvSpPr>
            <a:spLocks noGrp="1"/>
          </p:cNvSpPr>
          <p:nvPr>
            <p:ph sz="half" idx="2"/>
          </p:nvPr>
        </p:nvSpPr>
        <p:spPr>
          <a:xfrm>
            <a:off x="489002" y="3632359"/>
            <a:ext cx="3003336"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3594021" y="2437687"/>
            <a:ext cx="3018127" cy="1194672"/>
          </a:xfrm>
        </p:spPr>
        <p:txBody>
          <a:bodyPr anchor="b"/>
          <a:lstStyle>
            <a:lvl1pPr marL="0" indent="0">
              <a:buNone/>
              <a:defRPr sz="1863" b="1"/>
            </a:lvl1pPr>
            <a:lvl2pPr marL="354970" indent="0">
              <a:buNone/>
              <a:defRPr sz="1553" b="1"/>
            </a:lvl2pPr>
            <a:lvl3pPr marL="709940" indent="0">
              <a:buNone/>
              <a:defRPr sz="1398" b="1"/>
            </a:lvl3pPr>
            <a:lvl4pPr marL="1064910" indent="0">
              <a:buNone/>
              <a:defRPr sz="1242" b="1"/>
            </a:lvl4pPr>
            <a:lvl5pPr marL="1419880" indent="0">
              <a:buNone/>
              <a:defRPr sz="1242" b="1"/>
            </a:lvl5pPr>
            <a:lvl6pPr marL="1774850" indent="0">
              <a:buNone/>
              <a:defRPr sz="1242" b="1"/>
            </a:lvl6pPr>
            <a:lvl7pPr marL="2129820" indent="0">
              <a:buNone/>
              <a:defRPr sz="1242" b="1"/>
            </a:lvl7pPr>
            <a:lvl8pPr marL="2484791" indent="0">
              <a:buNone/>
              <a:defRPr sz="1242" b="1"/>
            </a:lvl8pPr>
            <a:lvl9pPr marL="2839761" indent="0">
              <a:buNone/>
              <a:defRPr sz="1242" b="1"/>
            </a:lvl9pPr>
          </a:lstStyle>
          <a:p>
            <a:pPr lvl="0"/>
            <a:r>
              <a:rPr lang="de-DE" dirty="0"/>
              <a:t>Mastertextformat bearbeiten</a:t>
            </a:r>
          </a:p>
        </p:txBody>
      </p:sp>
      <p:sp>
        <p:nvSpPr>
          <p:cNvPr id="6" name="Content Placeholder 5"/>
          <p:cNvSpPr>
            <a:spLocks noGrp="1"/>
          </p:cNvSpPr>
          <p:nvPr>
            <p:ph sz="quarter" idx="4"/>
          </p:nvPr>
        </p:nvSpPr>
        <p:spPr>
          <a:xfrm>
            <a:off x="3594021" y="3632359"/>
            <a:ext cx="3018127" cy="5342653"/>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7" name="Date Placeholder 6"/>
          <p:cNvSpPr>
            <a:spLocks noGrp="1"/>
          </p:cNvSpPr>
          <p:nvPr>
            <p:ph type="dt" sz="half" idx="10"/>
          </p:nvPr>
        </p:nvSpPr>
        <p:spPr/>
        <p:txBody>
          <a:bodyPr/>
          <a:lstStyle/>
          <a:p>
            <a:fld id="{B6988924-A2AB-D743-97C9-919496A5C2C4}" type="datetimeFigureOut">
              <a:t>17.09.25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140031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Date Placeholder 2"/>
          <p:cNvSpPr>
            <a:spLocks noGrp="1"/>
          </p:cNvSpPr>
          <p:nvPr>
            <p:ph type="dt" sz="half" idx="10"/>
          </p:nvPr>
        </p:nvSpPr>
        <p:spPr/>
        <p:txBody>
          <a:bodyPr/>
          <a:lstStyle/>
          <a:p>
            <a:fld id="{B6988924-A2AB-D743-97C9-919496A5C2C4}" type="datetimeFigureOut">
              <a:t>17.09.25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4049989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88924-A2AB-D743-97C9-919496A5C2C4}" type="datetimeFigureOut">
              <a:t>17.09.25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448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Content Placeholder 2"/>
          <p:cNvSpPr>
            <a:spLocks noGrp="1"/>
          </p:cNvSpPr>
          <p:nvPr>
            <p:ph idx="1"/>
          </p:nvPr>
        </p:nvSpPr>
        <p:spPr>
          <a:xfrm>
            <a:off x="3018127" y="1431769"/>
            <a:ext cx="3594021" cy="7066756"/>
          </a:xfrm>
        </p:spPr>
        <p:txBody>
          <a:bodyPr/>
          <a:lstStyle>
            <a:lvl1pPr>
              <a:defRPr sz="2484"/>
            </a:lvl1pPr>
            <a:lvl2pPr>
              <a:defRPr sz="2174"/>
            </a:lvl2pPr>
            <a:lvl3pPr>
              <a:defRPr sz="1863"/>
            </a:lvl3pPr>
            <a:lvl4pPr>
              <a:defRPr sz="1553"/>
            </a:lvl4pPr>
            <a:lvl5pPr>
              <a:defRPr sz="1553"/>
            </a:lvl5pPr>
            <a:lvl6pPr>
              <a:defRPr sz="1553"/>
            </a:lvl6pPr>
            <a:lvl7pPr>
              <a:defRPr sz="1553"/>
            </a:lvl7pPr>
            <a:lvl8pPr>
              <a:defRPr sz="1553"/>
            </a:lvl8pPr>
            <a:lvl9pPr>
              <a:defRPr sz="1553"/>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17.09.25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8201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89002" y="662940"/>
            <a:ext cx="2289709" cy="2320290"/>
          </a:xfrm>
        </p:spPr>
        <p:txBody>
          <a:bodyPr anchor="b"/>
          <a:lstStyle>
            <a:lvl1pPr>
              <a:defRPr sz="2484"/>
            </a:lvl1pPr>
          </a:lstStyle>
          <a:p>
            <a:r>
              <a:rPr lang="de-DE" dirty="0"/>
              <a:t>Mastertitelformat bearbeiten</a:t>
            </a:r>
            <a:endParaRPr lang="en-US" dirty="0"/>
          </a:p>
        </p:txBody>
      </p:sp>
      <p:sp>
        <p:nvSpPr>
          <p:cNvPr id="3" name="Picture Placeholder 2"/>
          <p:cNvSpPr>
            <a:spLocks noGrp="1" noChangeAspect="1"/>
          </p:cNvSpPr>
          <p:nvPr>
            <p:ph type="pic" idx="1"/>
          </p:nvPr>
        </p:nvSpPr>
        <p:spPr>
          <a:xfrm>
            <a:off x="3018127" y="1431769"/>
            <a:ext cx="3594021" cy="7066756"/>
          </a:xfrm>
        </p:spPr>
        <p:txBody>
          <a:bodyPr anchor="t"/>
          <a:lstStyle>
            <a:lvl1pPr marL="0" indent="0">
              <a:buNone/>
              <a:defRPr sz="2484"/>
            </a:lvl1pPr>
            <a:lvl2pPr marL="354970" indent="0">
              <a:buNone/>
              <a:defRPr sz="2174"/>
            </a:lvl2pPr>
            <a:lvl3pPr marL="709940" indent="0">
              <a:buNone/>
              <a:defRPr sz="1863"/>
            </a:lvl3pPr>
            <a:lvl4pPr marL="1064910" indent="0">
              <a:buNone/>
              <a:defRPr sz="1553"/>
            </a:lvl4pPr>
            <a:lvl5pPr marL="1419880" indent="0">
              <a:buNone/>
              <a:defRPr sz="1553"/>
            </a:lvl5pPr>
            <a:lvl6pPr marL="1774850" indent="0">
              <a:buNone/>
              <a:defRPr sz="1553"/>
            </a:lvl6pPr>
            <a:lvl7pPr marL="2129820" indent="0">
              <a:buNone/>
              <a:defRPr sz="1553"/>
            </a:lvl7pPr>
            <a:lvl8pPr marL="2484791" indent="0">
              <a:buNone/>
              <a:defRPr sz="1553"/>
            </a:lvl8pPr>
            <a:lvl9pPr marL="2839761" indent="0">
              <a:buNone/>
              <a:defRPr sz="1553"/>
            </a:lvl9pPr>
          </a:lstStyle>
          <a:p>
            <a:r>
              <a:rPr lang="de-DE" dirty="0"/>
              <a:t>Bild durch Klicken auf Symbol hinzufügen</a:t>
            </a:r>
            <a:endParaRPr lang="en-US" dirty="0"/>
          </a:p>
        </p:txBody>
      </p:sp>
      <p:sp>
        <p:nvSpPr>
          <p:cNvPr id="4" name="Text Placeholder 3"/>
          <p:cNvSpPr>
            <a:spLocks noGrp="1"/>
          </p:cNvSpPr>
          <p:nvPr>
            <p:ph type="body" sz="half" idx="2"/>
          </p:nvPr>
        </p:nvSpPr>
        <p:spPr>
          <a:xfrm>
            <a:off x="489002" y="2983230"/>
            <a:ext cx="2289709" cy="5526803"/>
          </a:xfrm>
        </p:spPr>
        <p:txBody>
          <a:bodyPr/>
          <a:lstStyle>
            <a:lvl1pPr marL="0" indent="0">
              <a:buNone/>
              <a:defRPr sz="1242"/>
            </a:lvl1pPr>
            <a:lvl2pPr marL="354970" indent="0">
              <a:buNone/>
              <a:defRPr sz="1087"/>
            </a:lvl2pPr>
            <a:lvl3pPr marL="709940" indent="0">
              <a:buNone/>
              <a:defRPr sz="932"/>
            </a:lvl3pPr>
            <a:lvl4pPr marL="1064910" indent="0">
              <a:buNone/>
              <a:defRPr sz="776"/>
            </a:lvl4pPr>
            <a:lvl5pPr marL="1419880" indent="0">
              <a:buNone/>
              <a:defRPr sz="776"/>
            </a:lvl5pPr>
            <a:lvl6pPr marL="1774850" indent="0">
              <a:buNone/>
              <a:defRPr sz="776"/>
            </a:lvl6pPr>
            <a:lvl7pPr marL="2129820" indent="0">
              <a:buNone/>
              <a:defRPr sz="776"/>
            </a:lvl7pPr>
            <a:lvl8pPr marL="2484791" indent="0">
              <a:buNone/>
              <a:defRPr sz="776"/>
            </a:lvl8pPr>
            <a:lvl9pPr marL="2839761" indent="0">
              <a:buNone/>
              <a:defRPr sz="776"/>
            </a:lvl9pPr>
          </a:lstStyle>
          <a:p>
            <a:pPr lvl="0"/>
            <a:r>
              <a:rPr lang="de-DE" dirty="0"/>
              <a:t>Mastertextformat bearbeiten</a:t>
            </a:r>
          </a:p>
        </p:txBody>
      </p:sp>
      <p:sp>
        <p:nvSpPr>
          <p:cNvPr id="5" name="Date Placeholder 4"/>
          <p:cNvSpPr>
            <a:spLocks noGrp="1"/>
          </p:cNvSpPr>
          <p:nvPr>
            <p:ph type="dt" sz="half" idx="10"/>
          </p:nvPr>
        </p:nvSpPr>
        <p:spPr/>
        <p:txBody>
          <a:bodyPr/>
          <a:lstStyle/>
          <a:p>
            <a:fld id="{B6988924-A2AB-D743-97C9-919496A5C2C4}" type="datetimeFigureOut">
              <a:t>17.09.25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85665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17.09.25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356775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080437" y="529431"/>
            <a:ext cx="1530787" cy="8427165"/>
          </a:xfrm>
        </p:spPr>
        <p:txBody>
          <a:bodyPr vert="eaVert"/>
          <a:lstStyle/>
          <a:p>
            <a:r>
              <a:rPr lang="de-DE" dirty="0"/>
              <a:t>Mastertitelformat bearbeiten</a:t>
            </a:r>
            <a:endParaRPr lang="en-US" dirty="0"/>
          </a:p>
        </p:txBody>
      </p:sp>
      <p:sp>
        <p:nvSpPr>
          <p:cNvPr id="3" name="Vertical Text Placeholder 2"/>
          <p:cNvSpPr>
            <a:spLocks noGrp="1"/>
          </p:cNvSpPr>
          <p:nvPr>
            <p:ph type="body" orient="vert" idx="1"/>
          </p:nvPr>
        </p:nvSpPr>
        <p:spPr>
          <a:xfrm>
            <a:off x="488077" y="529431"/>
            <a:ext cx="4503618" cy="8427165"/>
          </a:xfrm>
        </p:spPr>
        <p:txBody>
          <a:bodyPr vert="eaVert"/>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B6988924-A2AB-D743-97C9-919496A5C2C4}" type="datetimeFigureOut">
              <a:t>17.09.25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CFCD7E-C6C9-5841-859C-7F45A0868531}" type="slidenum">
              <a:t>‹Nr.›</a:t>
            </a:fld>
            <a:endParaRPr lang="en-US"/>
          </a:p>
        </p:txBody>
      </p:sp>
    </p:spTree>
    <p:extLst>
      <p:ext uri="{BB962C8B-B14F-4D97-AF65-F5344CB8AC3E}">
        <p14:creationId xmlns:p14="http://schemas.microsoft.com/office/powerpoint/2010/main" val="209768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8077" y="529434"/>
            <a:ext cx="6123146" cy="1922066"/>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488077" y="2647156"/>
            <a:ext cx="6123146" cy="6309440"/>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488077" y="9216710"/>
            <a:ext cx="1597343" cy="529431"/>
          </a:xfrm>
          <a:prstGeom prst="rect">
            <a:avLst/>
          </a:prstGeom>
        </p:spPr>
        <p:txBody>
          <a:bodyPr vert="horz" lIns="91440" tIns="45720" rIns="91440" bIns="45720" rtlCol="0" anchor="ctr"/>
          <a:lstStyle>
            <a:lvl1pPr algn="l">
              <a:defRPr sz="932">
                <a:solidFill>
                  <a:schemeClr val="tx1">
                    <a:tint val="82000"/>
                  </a:schemeClr>
                </a:solidFill>
              </a:defRPr>
            </a:lvl1pPr>
          </a:lstStyle>
          <a:p>
            <a:fld id="{B6988924-A2AB-D743-97C9-919496A5C2C4}" type="datetimeFigureOut">
              <a:t>17.09.25</a:t>
            </a:fld>
            <a:endParaRPr lang="en-US"/>
          </a:p>
        </p:txBody>
      </p:sp>
      <p:sp>
        <p:nvSpPr>
          <p:cNvPr id="5" name="Footer Placeholder 4"/>
          <p:cNvSpPr>
            <a:spLocks noGrp="1"/>
          </p:cNvSpPr>
          <p:nvPr>
            <p:ph type="ftr" sz="quarter" idx="3"/>
          </p:nvPr>
        </p:nvSpPr>
        <p:spPr>
          <a:xfrm>
            <a:off x="2351643" y="9216710"/>
            <a:ext cx="2396014" cy="529431"/>
          </a:xfrm>
          <a:prstGeom prst="rect">
            <a:avLst/>
          </a:prstGeom>
        </p:spPr>
        <p:txBody>
          <a:bodyPr vert="horz" lIns="91440" tIns="45720" rIns="91440" bIns="45720" rtlCol="0" anchor="ctr"/>
          <a:lstStyle>
            <a:lvl1pPr algn="ctr">
              <a:defRPr sz="93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013880" y="9216710"/>
            <a:ext cx="1597343" cy="529431"/>
          </a:xfrm>
          <a:prstGeom prst="rect">
            <a:avLst/>
          </a:prstGeom>
        </p:spPr>
        <p:txBody>
          <a:bodyPr vert="horz" lIns="91440" tIns="45720" rIns="91440" bIns="45720" rtlCol="0" anchor="ctr"/>
          <a:lstStyle>
            <a:lvl1pPr algn="r">
              <a:defRPr sz="932">
                <a:solidFill>
                  <a:schemeClr val="tx1">
                    <a:tint val="82000"/>
                  </a:schemeClr>
                </a:solidFill>
              </a:defRPr>
            </a:lvl1pPr>
          </a:lstStyle>
          <a:p>
            <a:fld id="{1ECFCD7E-C6C9-5841-859C-7F45A0868531}" type="slidenum">
              <a:t>‹Nr.›</a:t>
            </a:fld>
            <a:endParaRPr lang="en-US"/>
          </a:p>
        </p:txBody>
      </p:sp>
    </p:spTree>
    <p:extLst>
      <p:ext uri="{BB962C8B-B14F-4D97-AF65-F5344CB8AC3E}">
        <p14:creationId xmlns:p14="http://schemas.microsoft.com/office/powerpoint/2010/main" val="15004413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09940" rtl="0" eaLnBrk="1" latinLnBrk="0" hangingPunct="1">
        <a:lnSpc>
          <a:spcPct val="90000"/>
        </a:lnSpc>
        <a:spcBef>
          <a:spcPct val="0"/>
        </a:spcBef>
        <a:buNone/>
        <a:defRPr sz="3416" kern="1200">
          <a:solidFill>
            <a:schemeClr val="tx1"/>
          </a:solidFill>
          <a:latin typeface="+mj-lt"/>
          <a:ea typeface="+mj-ea"/>
          <a:cs typeface="+mj-cs"/>
        </a:defRPr>
      </a:lvl1pPr>
    </p:titleStyle>
    <p:bodyStyle>
      <a:lvl1pPr marL="177485" indent="-177485" algn="l" defTabSz="709940" rtl="0" eaLnBrk="1" latinLnBrk="0" hangingPunct="1">
        <a:lnSpc>
          <a:spcPct val="90000"/>
        </a:lnSpc>
        <a:spcBef>
          <a:spcPts val="776"/>
        </a:spcBef>
        <a:buFont typeface="Arial" panose="020B0604020202020204" pitchFamily="34" charset="0"/>
        <a:buChar char="•"/>
        <a:defRPr sz="2174" kern="1200">
          <a:solidFill>
            <a:schemeClr val="tx1"/>
          </a:solidFill>
          <a:latin typeface="+mn-lt"/>
          <a:ea typeface="+mn-ea"/>
          <a:cs typeface="+mn-cs"/>
        </a:defRPr>
      </a:lvl1pPr>
      <a:lvl2pPr marL="532455" indent="-177485" algn="l" defTabSz="709940" rtl="0" eaLnBrk="1" latinLnBrk="0" hangingPunct="1">
        <a:lnSpc>
          <a:spcPct val="90000"/>
        </a:lnSpc>
        <a:spcBef>
          <a:spcPts val="388"/>
        </a:spcBef>
        <a:buFont typeface="Arial" panose="020B0604020202020204" pitchFamily="34" charset="0"/>
        <a:buChar char="•"/>
        <a:defRPr sz="1863" kern="1200">
          <a:solidFill>
            <a:schemeClr val="tx1"/>
          </a:solidFill>
          <a:latin typeface="+mn-lt"/>
          <a:ea typeface="+mn-ea"/>
          <a:cs typeface="+mn-cs"/>
        </a:defRPr>
      </a:lvl2pPr>
      <a:lvl3pPr marL="887425" indent="-177485" algn="l" defTabSz="709940" rtl="0" eaLnBrk="1" latinLnBrk="0" hangingPunct="1">
        <a:lnSpc>
          <a:spcPct val="90000"/>
        </a:lnSpc>
        <a:spcBef>
          <a:spcPts val="388"/>
        </a:spcBef>
        <a:buFont typeface="Arial" panose="020B0604020202020204" pitchFamily="34" charset="0"/>
        <a:buChar char="•"/>
        <a:defRPr sz="1553" kern="1200">
          <a:solidFill>
            <a:schemeClr val="tx1"/>
          </a:solidFill>
          <a:latin typeface="+mn-lt"/>
          <a:ea typeface="+mn-ea"/>
          <a:cs typeface="+mn-cs"/>
        </a:defRPr>
      </a:lvl3pPr>
      <a:lvl4pPr marL="124239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4pPr>
      <a:lvl5pPr marL="159736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5pPr>
      <a:lvl6pPr marL="1952335"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6pPr>
      <a:lvl7pPr marL="230730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7pPr>
      <a:lvl8pPr marL="266227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8pPr>
      <a:lvl9pPr marL="3017246" indent="-177485" algn="l" defTabSz="709940" rtl="0" eaLnBrk="1" latinLnBrk="0" hangingPunct="1">
        <a:lnSpc>
          <a:spcPct val="90000"/>
        </a:lnSpc>
        <a:spcBef>
          <a:spcPts val="388"/>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09940" rtl="0" eaLnBrk="1" latinLnBrk="0" hangingPunct="1">
        <a:defRPr sz="1398" kern="1200">
          <a:solidFill>
            <a:schemeClr val="tx1"/>
          </a:solidFill>
          <a:latin typeface="+mn-lt"/>
          <a:ea typeface="+mn-ea"/>
          <a:cs typeface="+mn-cs"/>
        </a:defRPr>
      </a:lvl1pPr>
      <a:lvl2pPr marL="354970" algn="l" defTabSz="709940" rtl="0" eaLnBrk="1" latinLnBrk="0" hangingPunct="1">
        <a:defRPr sz="1398" kern="1200">
          <a:solidFill>
            <a:schemeClr val="tx1"/>
          </a:solidFill>
          <a:latin typeface="+mn-lt"/>
          <a:ea typeface="+mn-ea"/>
          <a:cs typeface="+mn-cs"/>
        </a:defRPr>
      </a:lvl2pPr>
      <a:lvl3pPr marL="709940" algn="l" defTabSz="709940" rtl="0" eaLnBrk="1" latinLnBrk="0" hangingPunct="1">
        <a:defRPr sz="1398" kern="1200">
          <a:solidFill>
            <a:schemeClr val="tx1"/>
          </a:solidFill>
          <a:latin typeface="+mn-lt"/>
          <a:ea typeface="+mn-ea"/>
          <a:cs typeface="+mn-cs"/>
        </a:defRPr>
      </a:lvl3pPr>
      <a:lvl4pPr marL="1064910" algn="l" defTabSz="709940" rtl="0" eaLnBrk="1" latinLnBrk="0" hangingPunct="1">
        <a:defRPr sz="1398" kern="1200">
          <a:solidFill>
            <a:schemeClr val="tx1"/>
          </a:solidFill>
          <a:latin typeface="+mn-lt"/>
          <a:ea typeface="+mn-ea"/>
          <a:cs typeface="+mn-cs"/>
        </a:defRPr>
      </a:lvl4pPr>
      <a:lvl5pPr marL="1419880" algn="l" defTabSz="709940" rtl="0" eaLnBrk="1" latinLnBrk="0" hangingPunct="1">
        <a:defRPr sz="1398" kern="1200">
          <a:solidFill>
            <a:schemeClr val="tx1"/>
          </a:solidFill>
          <a:latin typeface="+mn-lt"/>
          <a:ea typeface="+mn-ea"/>
          <a:cs typeface="+mn-cs"/>
        </a:defRPr>
      </a:lvl5pPr>
      <a:lvl6pPr marL="1774850" algn="l" defTabSz="709940" rtl="0" eaLnBrk="1" latinLnBrk="0" hangingPunct="1">
        <a:defRPr sz="1398" kern="1200">
          <a:solidFill>
            <a:schemeClr val="tx1"/>
          </a:solidFill>
          <a:latin typeface="+mn-lt"/>
          <a:ea typeface="+mn-ea"/>
          <a:cs typeface="+mn-cs"/>
        </a:defRPr>
      </a:lvl6pPr>
      <a:lvl7pPr marL="2129820" algn="l" defTabSz="709940" rtl="0" eaLnBrk="1" latinLnBrk="0" hangingPunct="1">
        <a:defRPr sz="1398" kern="1200">
          <a:solidFill>
            <a:schemeClr val="tx1"/>
          </a:solidFill>
          <a:latin typeface="+mn-lt"/>
          <a:ea typeface="+mn-ea"/>
          <a:cs typeface="+mn-cs"/>
        </a:defRPr>
      </a:lvl7pPr>
      <a:lvl8pPr marL="2484791" algn="l" defTabSz="709940" rtl="0" eaLnBrk="1" latinLnBrk="0" hangingPunct="1">
        <a:defRPr sz="1398" kern="1200">
          <a:solidFill>
            <a:schemeClr val="tx1"/>
          </a:solidFill>
          <a:latin typeface="+mn-lt"/>
          <a:ea typeface="+mn-ea"/>
          <a:cs typeface="+mn-cs"/>
        </a:defRPr>
      </a:lvl8pPr>
      <a:lvl9pPr marL="2839761" algn="l" defTabSz="709940" rtl="0" eaLnBrk="1" latinLnBrk="0" hangingPunct="1">
        <a:defRPr sz="13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298291-2732-CC8E-F6A8-B3502A8CC2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55AEF08B-1CC2-BFA3-B26A-30A15CF458EC}"/>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Beschreibe die wichtigsten Ereignisse, die zum Zweiten Weltkrieg führten. </a:t>
            </a:r>
          </a:p>
        </p:txBody>
      </p:sp>
      <p:sp>
        <p:nvSpPr>
          <p:cNvPr id="13" name="Rechteckige Legende 12">
            <a:extLst>
              <a:ext uri="{FF2B5EF4-FFF2-40B4-BE49-F238E27FC236}">
                <a16:creationId xmlns:a16="http://schemas.microsoft.com/office/drawing/2014/main" id="{7D7AE346-B049-D9B0-970D-81601FC441FF}"/>
              </a:ext>
            </a:extLst>
          </p:cNvPr>
          <p:cNvSpPr/>
          <p:nvPr/>
        </p:nvSpPr>
        <p:spPr>
          <a:xfrm>
            <a:off x="1052622" y="827275"/>
            <a:ext cx="5077337" cy="7421376"/>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Zunächst beendete der Versailler Vertrag von 1919 den Ersten Weltkrieg, auferlegte Deutschland jedoch harte Strafen und Reparationen, was zu wirtschaftlicher Not und nationaler Verbitterung führte. Dies schuf einen fruchtbaren Boden für extremistische politische Bewegungen. Auf diese Bewegungen folgte die weltweite großen Depression in den 1930er-Jahren, welche die Volkswirtschaften weiter destabilisierte und die politische Instabilität weltweit erhöhte. Infolgedessen gelangten Adolf Hitler und die NSDAP in Deutschland an die Macht, indem sie versprachen, den nationalen Stolz wiederherzustellen und die Bestimmungen des Versailler Vertrags rückgängig zu machen.</a:t>
            </a:r>
          </a:p>
          <a:p>
            <a:endParaRPr lang="de-DE" sz="1200">
              <a:solidFill>
                <a:schemeClr val="tx1"/>
              </a:solidFill>
            </a:endParaRPr>
          </a:p>
          <a:p>
            <a:r>
              <a:rPr lang="de-DE" sz="1200">
                <a:solidFill>
                  <a:schemeClr val="tx1"/>
                </a:solidFill>
              </a:rPr>
              <a:t>In einem ersten Schritt begann Deutschland, mit einer Verletzung des Vertrags durch Aufrüsten, um seine militärische Stärke wiederherzustellen. Zweitens remilitarisierte Deutschland 1936 das Rheinland, eine entmilitarisierte Zone, und testete damit die Entschlossenheit Frankreichs und Großbritanniens, die sich für einen Appell statt einer Konfrontation entschieden. Drittens bildeten sich die Achsenmächte mit der Achse Rom–Berlin zwischen Deutschland und Italien; später schloss sich Japan an, was aggressive expansionistische Absichten signalisierte.</a:t>
            </a:r>
          </a:p>
          <a:p>
            <a:endParaRPr lang="de-DE" sz="1200">
              <a:solidFill>
                <a:schemeClr val="tx1"/>
              </a:solidFill>
            </a:endParaRPr>
          </a:p>
          <a:p>
            <a:r>
              <a:rPr lang="de-DE" sz="1200">
                <a:solidFill>
                  <a:schemeClr val="tx1"/>
                </a:solidFill>
              </a:rPr>
              <a:t>Darüber hinaus annektierte Deutschland 1938 Österreich („Anschluss“), gefolgt vom Münchner Abkommen, in dem Großbritannien und Frankreich Deutschland erlaubten, das Sudetenland der Tschechoslowakei zu annektieren, in der Hoffnung, einen Krieg zu vermeiden. Deutschland verletzte dieses Abkommen jedoch bald, indem es 1939 den Rest der Tschechoslowakei besetzte. In der Folge erkannten Großbritannien und Frankreich, dass die Appelle gescheitert waren.</a:t>
            </a:r>
          </a:p>
          <a:p>
            <a:endParaRPr lang="de-DE" sz="1200">
              <a:solidFill>
                <a:schemeClr val="tx1"/>
              </a:solidFill>
            </a:endParaRPr>
          </a:p>
          <a:p>
            <a:r>
              <a:rPr lang="de-DE" sz="1200">
                <a:solidFill>
                  <a:schemeClr val="tx1"/>
                </a:solidFill>
              </a:rPr>
              <a:t>Schließlich war die deutsche Invasion Polens am 1. September 1939 der unmittelbare Auslöser, bei dem ein inszenierter Vorfall als Vorwand diente. Diese Invasion veranlasste Großbritannien und Frankreich, Deutschland den Krieg zu erklären, was den offiziellen Beginn des Zweiten Weltkriegs markierte.</a:t>
            </a:r>
          </a:p>
          <a:p>
            <a:endParaRPr lang="de-DE" sz="1200">
              <a:solidFill>
                <a:schemeClr val="tx1"/>
              </a:solidFill>
            </a:endParaRPr>
          </a:p>
          <a:p>
            <a:r>
              <a:rPr lang="de-DE" sz="1200">
                <a:solidFill>
                  <a:schemeClr val="tx1"/>
                </a:solidFill>
              </a:rPr>
              <a:t>Im Wesentlichen waren die Schlüsselfaktoren auf dem Weg in den Zweiten Weltkrieg: der bestrafende Versailler Vertrag, die wirtschaftlichen Turbulenzen der Großen Depression, der Aufstieg totalitärer Regime, die aggressive deutsche Expansion durch Remilitarisierung und Annexionen, eine gescheiterte Appellpolitik und die Invasion Polens.</a:t>
            </a:r>
          </a:p>
        </p:txBody>
      </p:sp>
      <p:pic>
        <p:nvPicPr>
          <p:cNvPr id="41" name="Grafik 40" descr="Roboter mit einfarbiger Füllung">
            <a:extLst>
              <a:ext uri="{FF2B5EF4-FFF2-40B4-BE49-F238E27FC236}">
                <a16:creationId xmlns:a16="http://schemas.microsoft.com/office/drawing/2014/main" id="{584DB557-ECFC-DCE6-4C4B-7826D54A37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299206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E12E-CF87-0E61-DE2C-EBEFE84F4838}"/>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0BBAFDC2-EBB3-82E7-B34D-175D8723BB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1D904180-D2C5-021A-8984-8121EEC6911E}"/>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Wer waren die Kriegsparteien, und </a:t>
            </a:r>
            <a:br>
              <a:rPr lang="en-US" sz="1200">
                <a:solidFill>
                  <a:schemeClr val="tx1"/>
                </a:solidFill>
              </a:rPr>
            </a:br>
            <a:r>
              <a:rPr lang="en-US" sz="1200">
                <a:solidFill>
                  <a:schemeClr val="tx1"/>
                </a:solidFill>
              </a:rPr>
              <a:t>welche Motive hatten sie für den Kriegseintritt?</a:t>
            </a:r>
          </a:p>
        </p:txBody>
      </p:sp>
      <p:sp>
        <p:nvSpPr>
          <p:cNvPr id="13" name="Rechteckige Legende 12">
            <a:extLst>
              <a:ext uri="{FF2B5EF4-FFF2-40B4-BE49-F238E27FC236}">
                <a16:creationId xmlns:a16="http://schemas.microsoft.com/office/drawing/2014/main" id="{E99301C1-4124-3CA0-F752-42991C63B771}"/>
              </a:ext>
            </a:extLst>
          </p:cNvPr>
          <p:cNvSpPr/>
          <p:nvPr/>
        </p:nvSpPr>
        <p:spPr>
          <a:xfrm>
            <a:off x="1052622" y="827274"/>
            <a:ext cx="5077337" cy="8126226"/>
          </a:xfrm>
          <a:prstGeom prst="wedgeRectCallout">
            <a:avLst>
              <a:gd name="adj1" fmla="val -55210"/>
              <a:gd name="adj2" fmla="val -45766"/>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Erst einmal sind die beiden Hauptkriegsparteien im Zweiten Weltkrieg die Alliierten und die Achsenmächte zu nennen. Zu den Alliierten gehörten vor allem das Vereinigte Königreich, Frankreich, die Sowjetunion, die Vereinigten Staaten und China, und Weitere. Die Achsenmächte bestanden hauptsächlich aus Deutschland, Italien und Japan.</a:t>
            </a:r>
          </a:p>
          <a:p>
            <a:endParaRPr lang="de-DE" sz="1200">
              <a:solidFill>
                <a:schemeClr val="tx1"/>
              </a:solidFill>
            </a:endParaRPr>
          </a:p>
          <a:p>
            <a:r>
              <a:rPr lang="de-DE" sz="1200">
                <a:solidFill>
                  <a:schemeClr val="tx1"/>
                </a:solidFill>
              </a:rPr>
              <a:t>Zu Beginn verfolgte Deutschland unter Adolf Hitler das Ziel, den Versailler Vertrag rückgängig zu machen, das deutsche Territorium zu erweitern und die Vorherrschaft in Europa zu erreichen. Dieses expansionistische Motiv wurde durch das Streben nach „Lebensraum“ und den Glauben an die arische „Rassenüberlegenheit“ angetrieben.</a:t>
            </a:r>
          </a:p>
          <a:p>
            <a:endParaRPr lang="de-DE" sz="1200">
              <a:solidFill>
                <a:schemeClr val="tx1"/>
              </a:solidFill>
            </a:endParaRPr>
          </a:p>
          <a:p>
            <a:r>
              <a:rPr lang="de-DE" sz="1200">
                <a:solidFill>
                  <a:schemeClr val="tx1"/>
                </a:solidFill>
              </a:rPr>
              <a:t>An zweiter Stelle zielte Italien unter Benito Mussolini darauf ab, ein neues Römisches Reich zu schaffen, indem es seinen Einfluss in Afrika und im Mittelmeerraum ausweitete. Mussolini wollte den Nationalstolz wiederherstellen und Italien als Großmacht etablieren.</a:t>
            </a:r>
          </a:p>
          <a:p>
            <a:endParaRPr lang="de-DE" sz="1200">
              <a:solidFill>
                <a:schemeClr val="tx1"/>
              </a:solidFill>
            </a:endParaRPr>
          </a:p>
          <a:p>
            <a:r>
              <a:rPr lang="de-DE" sz="1200">
                <a:solidFill>
                  <a:schemeClr val="tx1"/>
                </a:solidFill>
              </a:rPr>
              <a:t>Drittens verfolgte Japan eine imperiale Expansion in Ostasien und im Pazifik, um Ressourcen zu sichern und Dominanz zu erlangen. Die Motive Japans umfassten wirtschaftliche Selbstversorgung und das Streben nach Anerkennung als globale Großmacht.</a:t>
            </a:r>
          </a:p>
          <a:p>
            <a:endParaRPr lang="de-DE" sz="1200">
              <a:solidFill>
                <a:schemeClr val="tx1"/>
              </a:solidFill>
            </a:endParaRPr>
          </a:p>
          <a:p>
            <a:r>
              <a:rPr lang="de-DE" sz="1200">
                <a:solidFill>
                  <a:schemeClr val="tx1"/>
                </a:solidFill>
              </a:rPr>
              <a:t>Auf Seiten der Alliierten wollten das Vereinigte Königreich und Frankreich zunächst die deutsche Aggression eindämmen und das Mächtegleichgewicht in Europa bewahren. Ihr Motiv bestand darin, einen weiteren verheerenden Krieg zu verhindern und die eigene nationale Sicherheit zu schützen.</a:t>
            </a:r>
          </a:p>
          <a:p>
            <a:endParaRPr lang="de-DE" sz="1200">
              <a:solidFill>
                <a:schemeClr val="tx1"/>
              </a:solidFill>
            </a:endParaRPr>
          </a:p>
          <a:p>
            <a:r>
              <a:rPr lang="de-DE" sz="1200">
                <a:solidFill>
                  <a:schemeClr val="tx1"/>
                </a:solidFill>
              </a:rPr>
              <a:t>Die Sowjetunion unter Josef Stalin schloss zunächst einen Nichtangriffspakt mit Deutschland, trat jedoch den Alliierten bei, nachdem Deutschland 1941 die Sowjetunion überfallen hatte. Das Motiv der Sowjetunion war die Verteidigung ihres Territoriums und ihrer Ideologie gegen die faschistische Expansion.</a:t>
            </a:r>
          </a:p>
          <a:p>
            <a:endParaRPr lang="de-DE" sz="1200">
              <a:solidFill>
                <a:schemeClr val="tx1"/>
              </a:solidFill>
            </a:endParaRPr>
          </a:p>
          <a:p>
            <a:r>
              <a:rPr lang="de-DE" sz="1200">
                <a:solidFill>
                  <a:schemeClr val="tx1"/>
                </a:solidFill>
              </a:rPr>
              <a:t>Die Vereinigten Staaten traten nach dem japanischen Angriff auf Pearl Harbor 1941 in den Krieg ein. Ihre Motive umfassten Selbstverteidigung gegen Aggression, die Unterstützung von Verbündeten sowie die Förderung von Demokratie und Freiheit.</a:t>
            </a:r>
          </a:p>
          <a:p>
            <a:endParaRPr lang="de-DE" sz="1200">
              <a:solidFill>
                <a:schemeClr val="tx1"/>
              </a:solidFill>
            </a:endParaRPr>
          </a:p>
          <a:p>
            <a:r>
              <a:rPr lang="de-DE" sz="1200">
                <a:solidFill>
                  <a:schemeClr val="tx1"/>
                </a:solidFill>
              </a:rPr>
              <a:t>Zusammenfassend standen auf der einen Seite die Achsenmächte, welche die territoriale Expansion und Vorherrschaft anstrebten, und auf der anderen Seite die Alliierten, welche wiederum die Aggression stoppen, ihre Souveränität verteidigen und die internationale Ordnung aufrechterhalten wollten.</a:t>
            </a:r>
            <a:r>
              <a:rPr lang="de-DE" sz="1200">
                <a:solidFill>
                  <a:schemeClr val="tx1"/>
                </a:solidFill>
                <a:effectLst/>
              </a:rPr>
              <a:t> </a:t>
            </a:r>
            <a:endParaRPr lang="de-DE" sz="1200">
              <a:solidFill>
                <a:schemeClr val="tx1"/>
              </a:solidFill>
            </a:endParaRPr>
          </a:p>
        </p:txBody>
      </p:sp>
      <p:pic>
        <p:nvPicPr>
          <p:cNvPr id="41" name="Grafik 40" descr="Roboter mit einfarbiger Füllung">
            <a:extLst>
              <a:ext uri="{FF2B5EF4-FFF2-40B4-BE49-F238E27FC236}">
                <a16:creationId xmlns:a16="http://schemas.microsoft.com/office/drawing/2014/main" id="{D8FA993E-72CE-B0AD-9A56-642F87BB48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91780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CD07-FB86-8FDF-1765-D88CF7F9FEEC}"/>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521FB44D-7B90-1B71-0162-52E81A22E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3E47E7C5-830C-BB0C-FDEB-FAECB4B9C3F2}"/>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Erkläre mir genauer die Rolle der Achsenmächte </a:t>
            </a:r>
            <a:br>
              <a:rPr lang="en-US" sz="1200">
                <a:solidFill>
                  <a:schemeClr val="tx1"/>
                </a:solidFill>
              </a:rPr>
            </a:br>
            <a:r>
              <a:rPr lang="en-US" sz="1200">
                <a:solidFill>
                  <a:schemeClr val="tx1"/>
                </a:solidFill>
              </a:rPr>
              <a:t>– warum werden diese „Achsenmächte“ genannt? </a:t>
            </a:r>
          </a:p>
        </p:txBody>
      </p:sp>
      <p:sp>
        <p:nvSpPr>
          <p:cNvPr id="13" name="Rechteckige Legende 12">
            <a:extLst>
              <a:ext uri="{FF2B5EF4-FFF2-40B4-BE49-F238E27FC236}">
                <a16:creationId xmlns:a16="http://schemas.microsoft.com/office/drawing/2014/main" id="{3C3A8DF0-283C-6078-F3E0-E90C1874910A}"/>
              </a:ext>
            </a:extLst>
          </p:cNvPr>
          <p:cNvSpPr/>
          <p:nvPr/>
        </p:nvSpPr>
        <p:spPr>
          <a:xfrm>
            <a:off x="1052622" y="827275"/>
            <a:ext cx="5077337" cy="8297676"/>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Zunächst stammt der Begriff „Achsenmächte“ aus dem Bündnis, das in erster Linie zwischen Deutschland und Italien geschlossen wurde und dem später Japan beitrat. Der Name „Achse“ wurde 1936 erstmals von Benito Mussolini verwendet, der erklärte, die Linie zwischen Rom und Berlin werde die „Achse“ sein, um die sich die Welt drehen werde - ein Symbol für die politische und militärische Ausrichtung zwischen Italien und Deutschland.</a:t>
            </a:r>
          </a:p>
          <a:p>
            <a:endParaRPr lang="de-DE" sz="1200">
              <a:solidFill>
                <a:schemeClr val="tx1"/>
              </a:solidFill>
            </a:endParaRPr>
          </a:p>
          <a:p>
            <a:r>
              <a:rPr lang="de-DE" sz="1200">
                <a:solidFill>
                  <a:schemeClr val="tx1"/>
                </a:solidFill>
              </a:rPr>
              <a:t>Zu Beginn wollte Deutschland unter Adolf Hitler die internationale Ordnung nach dem Ersten Weltkrieg revidieren, sein Territorium ausweiten und ein auf Rassenideologie basierendes Imperium errichten. Deutschlands aggressive Politik umfasste die Aufrüstung, die Remilitarisierung des Rheinlandes, die Annexion Österreichs und die Invasion benachbarter Länder – alles mit dem Ziel, ein dominantes deutsches Imperium in Europa zu schaffen.</a:t>
            </a:r>
          </a:p>
          <a:p>
            <a:endParaRPr lang="de-DE" sz="1200">
              <a:solidFill>
                <a:schemeClr val="tx1"/>
              </a:solidFill>
            </a:endParaRPr>
          </a:p>
          <a:p>
            <a:r>
              <a:rPr lang="de-DE" sz="1200">
                <a:solidFill>
                  <a:schemeClr val="tx1"/>
                </a:solidFill>
              </a:rPr>
              <a:t>Zweitens verfolgte Italien unter Benito Mussolini ähnliche expansionistische Ziele und strebte danach, die Größe des Römischen Reiches wiederherzustellen, indem es Gebiete in Afrika und im Mittelmeer eroberte. Italiens Beteiligung am Bündnis beruhte auf dem Wunsch nach größerem Einfluss und Macht auf der Weltbühne.</a:t>
            </a:r>
          </a:p>
          <a:p>
            <a:endParaRPr lang="de-DE" sz="1200">
              <a:solidFill>
                <a:schemeClr val="tx1"/>
              </a:solidFill>
            </a:endParaRPr>
          </a:p>
          <a:p>
            <a:r>
              <a:rPr lang="de-DE" sz="1200">
                <a:solidFill>
                  <a:schemeClr val="tx1"/>
                </a:solidFill>
              </a:rPr>
              <a:t>Drittens trat Japan, getrieben vom Bedarf an natürlichen Ressourcen und dem Wunsch, Ostasien und den Pazifik zu beherrschen, den Achsenmächten bei. Japans imperiale Ambitionen führten zu Invasionen in China und Südostasien, mit dem Ziel, eine Großostasiatische Wohlstandssphäre unter japanischer Kontrolle zu errichten.</a:t>
            </a:r>
          </a:p>
          <a:p>
            <a:endParaRPr lang="de-DE" sz="1200">
              <a:solidFill>
                <a:schemeClr val="tx1"/>
              </a:solidFill>
            </a:endParaRPr>
          </a:p>
          <a:p>
            <a:r>
              <a:rPr lang="de-DE" sz="1200">
                <a:solidFill>
                  <a:schemeClr val="tx1"/>
                </a:solidFill>
              </a:rPr>
              <a:t>Außerdem teilten die Achsenmächte gemeinsame ideologische Elemente, darunter Autoritarismus, Militarismus sowie die Ablehnung des Kommunismus und der liberalen Demokratie. Ihr Bündnis war strategischer und ideologischer Art und zielte darauf ab, die bestehende Weltordnung, die von den westlichen Demokratien und der Sowjetunion dominiert wurde, herauszufordern.</a:t>
            </a:r>
          </a:p>
          <a:p>
            <a:endParaRPr lang="de-DE" sz="1200">
              <a:solidFill>
                <a:schemeClr val="tx1"/>
              </a:solidFill>
            </a:endParaRPr>
          </a:p>
          <a:p>
            <a:r>
              <a:rPr lang="de-DE" sz="1200">
                <a:solidFill>
                  <a:schemeClr val="tx1"/>
                </a:solidFill>
              </a:rPr>
              <a:t>Infolgedessen koordinierten die Achsenmächte militärische Kampagnen und politische Strategien zur Ausweitung ihrer Territorien und ihres Einflusses, was zu weitreichenden Konflikten und zum Ausbruch des Zweiten Weltkriegs führte.</a:t>
            </a:r>
          </a:p>
          <a:p>
            <a:endParaRPr lang="de-DE" sz="1200">
              <a:solidFill>
                <a:schemeClr val="tx1"/>
              </a:solidFill>
            </a:endParaRPr>
          </a:p>
          <a:p>
            <a:r>
              <a:rPr lang="de-DE" sz="1200">
                <a:solidFill>
                  <a:schemeClr val="tx1"/>
                </a:solidFill>
              </a:rPr>
              <a:t>Im Wesentlichen heißen sie Achsenmächte, Achsenmächte, wegen der symbolischen „Achse“ zwischen Rom und Berlin, die ihr Bündnis und ihre gemeinsamen Ziele der territorialen Expansion, ideologischen Vorherrschaft und der Herausforderung der bestehenden internationalen Ordnung repräsentiert.</a:t>
            </a:r>
          </a:p>
        </p:txBody>
      </p:sp>
      <p:pic>
        <p:nvPicPr>
          <p:cNvPr id="41" name="Grafik 40" descr="Roboter mit einfarbiger Füllung">
            <a:extLst>
              <a:ext uri="{FF2B5EF4-FFF2-40B4-BE49-F238E27FC236}">
                <a16:creationId xmlns:a16="http://schemas.microsoft.com/office/drawing/2014/main" id="{2D4605BC-E8B1-51E9-FC46-B7F550D7DB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69866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639E-8002-8DFF-EEB3-1ECD22974620}"/>
            </a:ext>
          </a:extLst>
        </p:cNvPr>
        <p:cNvGrpSpPr/>
        <p:nvPr/>
      </p:nvGrpSpPr>
      <p:grpSpPr>
        <a:xfrm>
          <a:off x="0" y="0"/>
          <a:ext cx="0" cy="0"/>
          <a:chOff x="0" y="0"/>
          <a:chExt cx="0" cy="0"/>
        </a:xfrm>
      </p:grpSpPr>
      <p:pic>
        <p:nvPicPr>
          <p:cNvPr id="6" name="Grafik 5" descr="Benutzer mit einfarbiger Füllung">
            <a:extLst>
              <a:ext uri="{FF2B5EF4-FFF2-40B4-BE49-F238E27FC236}">
                <a16:creationId xmlns:a16="http://schemas.microsoft.com/office/drawing/2014/main" id="{FC07ED77-3D67-62D0-114D-A2F28F0D00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66" y="149932"/>
            <a:ext cx="540000" cy="540000"/>
          </a:xfrm>
          <a:prstGeom prst="rect">
            <a:avLst/>
          </a:prstGeom>
        </p:spPr>
      </p:pic>
      <p:sp>
        <p:nvSpPr>
          <p:cNvPr id="10" name="Rechteckige Legende 9">
            <a:extLst>
              <a:ext uri="{FF2B5EF4-FFF2-40B4-BE49-F238E27FC236}">
                <a16:creationId xmlns:a16="http://schemas.microsoft.com/office/drawing/2014/main" id="{BEF574B0-AF18-70E5-4503-02AAFD212846}"/>
              </a:ext>
            </a:extLst>
          </p:cNvPr>
          <p:cNvSpPr/>
          <p:nvPr/>
        </p:nvSpPr>
        <p:spPr>
          <a:xfrm flipH="1">
            <a:off x="827084" y="223821"/>
            <a:ext cx="5302876" cy="392222"/>
          </a:xfrm>
          <a:prstGeom prst="wedgeRectCallout">
            <a:avLst>
              <a:gd name="adj1" fmla="val -53459"/>
              <a:gd name="adj2" fmla="val -7982"/>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Warum wird Deutschland trotz der Existenz dieser Achsenmächte </a:t>
            </a:r>
          </a:p>
          <a:p>
            <a:pPr algn="ctr"/>
            <a:r>
              <a:rPr lang="en-US" sz="1200">
                <a:solidFill>
                  <a:schemeClr val="tx1"/>
                </a:solidFill>
              </a:rPr>
              <a:t>noch immer als der Hauptschuldige am Zweiten Weltkrieg angesehen? </a:t>
            </a:r>
          </a:p>
        </p:txBody>
      </p:sp>
      <p:sp>
        <p:nvSpPr>
          <p:cNvPr id="13" name="Rechteckige Legende 12">
            <a:extLst>
              <a:ext uri="{FF2B5EF4-FFF2-40B4-BE49-F238E27FC236}">
                <a16:creationId xmlns:a16="http://schemas.microsoft.com/office/drawing/2014/main" id="{D3218632-999D-820F-BD4F-156719C0BC35}"/>
              </a:ext>
            </a:extLst>
          </p:cNvPr>
          <p:cNvSpPr/>
          <p:nvPr/>
        </p:nvSpPr>
        <p:spPr>
          <a:xfrm>
            <a:off x="1052622" y="827275"/>
            <a:ext cx="5077337" cy="7888100"/>
          </a:xfrm>
          <a:prstGeom prst="wedgeRectCallout">
            <a:avLst>
              <a:gd name="adj1" fmla="val -55022"/>
              <a:gd name="adj2" fmla="val -45180"/>
            </a:avLst>
          </a:prstGeom>
          <a:solidFill>
            <a:schemeClr val="bg1"/>
          </a:solidFill>
          <a:ln cap="rnd">
            <a:solidFill>
              <a:schemeClr val="bg1">
                <a:lumMod val="50000"/>
              </a:schemeClr>
            </a:solidFill>
            <a:miter lim="800000"/>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e-DE" sz="1200">
                <a:solidFill>
                  <a:schemeClr val="tx1"/>
                </a:solidFill>
              </a:rPr>
              <a:t>Zuerst einmal gilt Deutschland oft als der Hauptschuldige am Zweiten Weltkrieg, weil es den Konflikt initiierte, indem es 1939 durch die aggressive Verletzung internationaler Abkommen Polen überfiel – ein direkter Auslöser des Krieges. Dieser Akt stellte eine klare und bewusste Herausforderung der internationalen Ordnung nach dem Ersten Weltkrieg dar.</a:t>
            </a:r>
          </a:p>
          <a:p>
            <a:endParaRPr lang="de-DE" sz="1200">
              <a:solidFill>
                <a:schemeClr val="tx1"/>
              </a:solidFill>
            </a:endParaRPr>
          </a:p>
          <a:p>
            <a:r>
              <a:rPr lang="de-DE" sz="1200">
                <a:solidFill>
                  <a:schemeClr val="tx1"/>
                </a:solidFill>
              </a:rPr>
              <a:t>Zu Beginn verfolgte das NS-Regime unter Adolf Hitler eine aggressive Expansionspolitik mit dem Ziel, Europa zu beherrschen, und setzte eine rassistisch motivierte Ideologie um, die zu weitreichenden Gräueltaten führte – darunter der Holocaust, bei dem sechs Millionen Jüdinnen und Juden sowie Millionen weiterer Unschuldiger systematisch ermordet wurden. Dieser Völkermord ist ein einzigartiges und prägendes Element der deutschen Schuld.</a:t>
            </a:r>
          </a:p>
          <a:p>
            <a:endParaRPr lang="de-DE" sz="1200">
              <a:solidFill>
                <a:schemeClr val="tx1"/>
              </a:solidFill>
            </a:endParaRPr>
          </a:p>
          <a:p>
            <a:r>
              <a:rPr lang="de-DE" sz="1200">
                <a:solidFill>
                  <a:schemeClr val="tx1"/>
                </a:solidFill>
              </a:rPr>
              <a:t>Zweitens verursachten die militärischen Invasionen und Besetzungen durch Deutschland enorme Zerstörung und Leid in ganz Europa und betrafen zahlreiche Länder und Bevölkerungen. Das Ausmaß und die Brutalität der deutschen Kriegführung, einschließlich der Blitzkrieg-Taktiken und harscher Besatzungspolitik, trugen erheblich zur Verwüstung des Krieges bei.</a:t>
            </a:r>
          </a:p>
          <a:p>
            <a:endParaRPr lang="de-DE" sz="1200">
              <a:solidFill>
                <a:schemeClr val="tx1"/>
              </a:solidFill>
            </a:endParaRPr>
          </a:p>
          <a:p>
            <a:r>
              <a:rPr lang="de-DE" sz="1200">
                <a:solidFill>
                  <a:schemeClr val="tx1"/>
                </a:solidFill>
              </a:rPr>
              <a:t>Drittens, obwohl auch Italien und Japan aggressiv handelten und schwere Kriegsverbrechen begingen, werden ihre Rollen oft als nachrangig oder regional im Vergleich zur zentralen Rolle Deutschlands in Europa und zum Holocaust betrachtet. Italiens Feldzüge waren weniger erfolgreich und einflussreich, und Japans Handeln, so schwerwiegend es in Asien und im Pazifik auch war, wird aufgrund geografischer und kultureller Unterschiede häufig separat betrachtet.</a:t>
            </a:r>
          </a:p>
          <a:p>
            <a:endParaRPr lang="de-DE" sz="1200">
              <a:solidFill>
                <a:schemeClr val="tx1"/>
              </a:solidFill>
            </a:endParaRPr>
          </a:p>
          <a:p>
            <a:r>
              <a:rPr lang="de-DE" sz="1200">
                <a:solidFill>
                  <a:schemeClr val="tx1"/>
                </a:solidFill>
              </a:rPr>
              <a:t>Außerdem konzentrierten die Nachkriegs-Alliierten, insbesondere die Vereinigten Staaten, das Vereinigte Königreich und die Sowjetunion, einen Großteil der Kriegsverbrecherprozesse und der Erzählungen auf das nationalsozialistische Deutschland, was dessen Bild als Hauptaggressor und Haupttäter verfestigte.</a:t>
            </a:r>
          </a:p>
          <a:p>
            <a:endParaRPr lang="de-DE" sz="1200">
              <a:solidFill>
                <a:schemeClr val="tx1"/>
              </a:solidFill>
            </a:endParaRPr>
          </a:p>
          <a:p>
            <a:r>
              <a:rPr lang="de-DE" sz="1200">
                <a:solidFill>
                  <a:schemeClr val="tx1"/>
                </a:solidFill>
              </a:rPr>
              <a:t>Infolgedessen wurden Deutschlands Führung, Ideologie und Handlungen umfassend dokumentiert und verurteilt, was das kollektive Gedächtnis und das historische Verständnis des Zweiten Weltkriegs geprägt hat.</a:t>
            </a:r>
          </a:p>
          <a:p>
            <a:r>
              <a:rPr lang="de-DE" sz="1200">
                <a:solidFill>
                  <a:schemeClr val="tx1"/>
                </a:solidFill>
              </a:rPr>
              <a:t>Abschließend gilt Deutschland als Hauptschuldiger, weil es den Krieg in Europa initiierte, Völkermord-orientierte Politik verfolgte, weitreichende Zerstörung verursachte und im Fokus der Nachkriegsverantwortung stand – was die Rollen der anderen Achsenmächte in den Schatten stellt.</a:t>
            </a:r>
          </a:p>
        </p:txBody>
      </p:sp>
      <p:pic>
        <p:nvPicPr>
          <p:cNvPr id="41" name="Grafik 40" descr="Roboter mit einfarbiger Füllung">
            <a:extLst>
              <a:ext uri="{FF2B5EF4-FFF2-40B4-BE49-F238E27FC236}">
                <a16:creationId xmlns:a16="http://schemas.microsoft.com/office/drawing/2014/main" id="{085EFC9C-377F-A3BA-527D-C0AB1BBD4B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7084" y="827275"/>
            <a:ext cx="540000" cy="540000"/>
          </a:xfrm>
          <a:prstGeom prst="rect">
            <a:avLst/>
          </a:prstGeom>
        </p:spPr>
      </p:pic>
    </p:spTree>
    <p:extLst>
      <p:ext uri="{BB962C8B-B14F-4D97-AF65-F5344CB8AC3E}">
        <p14:creationId xmlns:p14="http://schemas.microsoft.com/office/powerpoint/2010/main" val="359553799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1431</Words>
  <Application>Microsoft Macintosh PowerPoint</Application>
  <PresentationFormat>Benutzerdefiniert</PresentationFormat>
  <Paragraphs>58</Paragraphs>
  <Slides>4</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4</vt:i4>
      </vt:variant>
    </vt:vector>
  </HeadingPairs>
  <TitlesOfParts>
    <vt:vector size="8" baseType="lpstr">
      <vt:lpstr>Aptos</vt:lpstr>
      <vt:lpstr>Aptos Display</vt:lpstr>
      <vt:lpstr>Arial</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Lara-Aida Jopp</dc:creator>
  <cp:lastModifiedBy>Lara-Aida Jopp</cp:lastModifiedBy>
  <cp:revision>1</cp:revision>
  <dcterms:created xsi:type="dcterms:W3CDTF">2025-09-15T16:08:46Z</dcterms:created>
  <dcterms:modified xsi:type="dcterms:W3CDTF">2025-09-17T06:32:58Z</dcterms:modified>
</cp:coreProperties>
</file>