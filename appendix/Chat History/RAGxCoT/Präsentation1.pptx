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
  </p:notesMasterIdLst>
  <p:sldIdLst>
    <p:sldId id="257" r:id="rId2"/>
    <p:sldId id="263" r:id="rId3"/>
    <p:sldId id="264" r:id="rId4"/>
    <p:sldId id="265" r:id="rId5"/>
  </p:sldIdLst>
  <p:sldSz cx="7099300" cy="99441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32" userDrawn="1">
          <p15:clr>
            <a:srgbClr val="A4A3A4"/>
          </p15:clr>
        </p15:guide>
        <p15:guide id="2" pos="42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F8D4C3-6CF5-9E44-AB7E-E98B5B9B0114}" v="4" dt="2025-09-17T06:56:54.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66"/>
    <p:restoredTop sz="95796"/>
  </p:normalViewPr>
  <p:slideViewPr>
    <p:cSldViewPr snapToGrid="0">
      <p:cViewPr>
        <p:scale>
          <a:sx n="124" d="100"/>
          <a:sy n="124" d="100"/>
        </p:scale>
        <p:origin x="4416" y="-416"/>
      </p:cViewPr>
      <p:guideLst>
        <p:guide orient="horz" pos="3132"/>
        <p:guide pos="42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ra-Aida Jopp" userId="a9e2f407ef8155ce" providerId="LiveId" clId="{EB93BFB5-76CE-54F8-BED3-523D13B8C2DE}"/>
    <pc:docChg chg="undo custSel addSld delSld modSld">
      <pc:chgData name="Lara-Aida Jopp" userId="a9e2f407ef8155ce" providerId="LiveId" clId="{EB93BFB5-76CE-54F8-BED3-523D13B8C2DE}" dt="2025-09-24T08:26:40.993" v="780" actId="20577"/>
      <pc:docMkLst>
        <pc:docMk/>
      </pc:docMkLst>
      <pc:sldChg chg="addSp delSp modSp mod">
        <pc:chgData name="Lara-Aida Jopp" userId="a9e2f407ef8155ce" providerId="LiveId" clId="{EB93BFB5-76CE-54F8-BED3-523D13B8C2DE}" dt="2025-09-24T08:25:53.875" v="764" actId="6549"/>
        <pc:sldMkLst>
          <pc:docMk/>
          <pc:sldMk cId="2992061806" sldId="257"/>
        </pc:sldMkLst>
        <pc:spChg chg="mod">
          <ac:chgData name="Lara-Aida Jopp" userId="a9e2f407ef8155ce" providerId="LiveId" clId="{EB93BFB5-76CE-54F8-BED3-523D13B8C2DE}" dt="2025-09-17T06:52:18.747" v="655" actId="255"/>
          <ac:spMkLst>
            <pc:docMk/>
            <pc:sldMk cId="2992061806" sldId="257"/>
            <ac:spMk id="10" creationId="{55AEF08B-1CC2-BFA3-B26A-30A15CF458EC}"/>
          </ac:spMkLst>
        </pc:spChg>
        <pc:spChg chg="mod">
          <ac:chgData name="Lara-Aida Jopp" userId="a9e2f407ef8155ce" providerId="LiveId" clId="{EB93BFB5-76CE-54F8-BED3-523D13B8C2DE}" dt="2025-09-24T08:25:53.875" v="764" actId="6549"/>
          <ac:spMkLst>
            <pc:docMk/>
            <pc:sldMk cId="2992061806" sldId="257"/>
            <ac:spMk id="13" creationId="{7D7AE346-B049-D9B0-970D-81601FC441FF}"/>
          </ac:spMkLst>
        </pc:spChg>
        <pc:picChg chg="add del mod">
          <ac:chgData name="Lara-Aida Jopp" userId="a9e2f407ef8155ce" providerId="LiveId" clId="{EB93BFB5-76CE-54F8-BED3-523D13B8C2DE}" dt="2025-09-17T05:54:51.535" v="338" actId="554"/>
          <ac:picMkLst>
            <pc:docMk/>
            <pc:sldMk cId="2992061806" sldId="257"/>
            <ac:picMk id="6" creationId="{FC298291-2732-CC8E-F6A8-B3502A8CC2A4}"/>
          </ac:picMkLst>
        </pc:picChg>
        <pc:picChg chg="add mod">
          <ac:chgData name="Lara-Aida Jopp" userId="a9e2f407ef8155ce" providerId="LiveId" clId="{EB93BFB5-76CE-54F8-BED3-523D13B8C2DE}" dt="2025-09-17T05:55:43.746" v="372" actId="1038"/>
          <ac:picMkLst>
            <pc:docMk/>
            <pc:sldMk cId="2992061806" sldId="257"/>
            <ac:picMk id="41" creationId="{584DB557-ECFC-DCE6-4C4B-7826D54A37F2}"/>
          </ac:picMkLst>
        </pc:picChg>
      </pc:sldChg>
      <pc:sldChg chg="del">
        <pc:chgData name="Lara-Aida Jopp" userId="a9e2f407ef8155ce" providerId="LiveId" clId="{EB93BFB5-76CE-54F8-BED3-523D13B8C2DE}" dt="2025-09-17T05:51:54.285" v="271" actId="2696"/>
        <pc:sldMkLst>
          <pc:docMk/>
          <pc:sldMk cId="4050965621" sldId="258"/>
        </pc:sldMkLst>
      </pc:sldChg>
      <pc:sldChg chg="add del">
        <pc:chgData name="Lara-Aida Jopp" userId="a9e2f407ef8155ce" providerId="LiveId" clId="{EB93BFB5-76CE-54F8-BED3-523D13B8C2DE}" dt="2025-09-17T05:51:50.401" v="268" actId="2696"/>
        <pc:sldMkLst>
          <pc:docMk/>
          <pc:sldMk cId="490972954" sldId="259"/>
        </pc:sldMkLst>
      </pc:sldChg>
      <pc:sldChg chg="add del">
        <pc:chgData name="Lara-Aida Jopp" userId="a9e2f407ef8155ce" providerId="LiveId" clId="{EB93BFB5-76CE-54F8-BED3-523D13B8C2DE}" dt="2025-09-17T05:55:55.370" v="377" actId="2696"/>
        <pc:sldMkLst>
          <pc:docMk/>
          <pc:sldMk cId="2143284321" sldId="260"/>
        </pc:sldMkLst>
      </pc:sldChg>
      <pc:sldChg chg="add del">
        <pc:chgData name="Lara-Aida Jopp" userId="a9e2f407ef8155ce" providerId="LiveId" clId="{EB93BFB5-76CE-54F8-BED3-523D13B8C2DE}" dt="2025-09-17T05:55:58.383" v="379" actId="2696"/>
        <pc:sldMkLst>
          <pc:docMk/>
          <pc:sldMk cId="939138068" sldId="261"/>
        </pc:sldMkLst>
      </pc:sldChg>
      <pc:sldChg chg="add del">
        <pc:chgData name="Lara-Aida Jopp" userId="a9e2f407ef8155ce" providerId="LiveId" clId="{EB93BFB5-76CE-54F8-BED3-523D13B8C2DE}" dt="2025-09-17T05:55:57.336" v="378" actId="2696"/>
        <pc:sldMkLst>
          <pc:docMk/>
          <pc:sldMk cId="3996373559" sldId="262"/>
        </pc:sldMkLst>
      </pc:sldChg>
      <pc:sldChg chg="delSp modSp add mod">
        <pc:chgData name="Lara-Aida Jopp" userId="a9e2f407ef8155ce" providerId="LiveId" clId="{EB93BFB5-76CE-54F8-BED3-523D13B8C2DE}" dt="2025-09-24T08:26:12.417" v="768" actId="20577"/>
        <pc:sldMkLst>
          <pc:docMk/>
          <pc:sldMk cId="917805571" sldId="263"/>
        </pc:sldMkLst>
        <pc:spChg chg="mod">
          <ac:chgData name="Lara-Aida Jopp" userId="a9e2f407ef8155ce" providerId="LiveId" clId="{EB93BFB5-76CE-54F8-BED3-523D13B8C2DE}" dt="2025-09-17T06:53:11.309" v="666" actId="255"/>
          <ac:spMkLst>
            <pc:docMk/>
            <pc:sldMk cId="917805571" sldId="263"/>
            <ac:spMk id="10" creationId="{1D904180-D2C5-021A-8984-8121EEC6911E}"/>
          </ac:spMkLst>
        </pc:spChg>
        <pc:spChg chg="mod">
          <ac:chgData name="Lara-Aida Jopp" userId="a9e2f407ef8155ce" providerId="LiveId" clId="{EB93BFB5-76CE-54F8-BED3-523D13B8C2DE}" dt="2025-09-24T08:26:12.417" v="768" actId="20577"/>
          <ac:spMkLst>
            <pc:docMk/>
            <pc:sldMk cId="917805571" sldId="263"/>
            <ac:spMk id="13" creationId="{E99301C1-4124-3CA0-F752-42991C63B771}"/>
          </ac:spMkLst>
        </pc:spChg>
      </pc:sldChg>
      <pc:sldChg chg="delSp modSp add mod">
        <pc:chgData name="Lara-Aida Jopp" userId="a9e2f407ef8155ce" providerId="LiveId" clId="{EB93BFB5-76CE-54F8-BED3-523D13B8C2DE}" dt="2025-09-17T06:56:13.398" v="711" actId="14100"/>
        <pc:sldMkLst>
          <pc:docMk/>
          <pc:sldMk cId="3698667368" sldId="264"/>
        </pc:sldMkLst>
        <pc:spChg chg="mod">
          <ac:chgData name="Lara-Aida Jopp" userId="a9e2f407ef8155ce" providerId="LiveId" clId="{EB93BFB5-76CE-54F8-BED3-523D13B8C2DE}" dt="2025-09-17T06:55:20.762" v="695" actId="404"/>
          <ac:spMkLst>
            <pc:docMk/>
            <pc:sldMk cId="3698667368" sldId="264"/>
            <ac:spMk id="10" creationId="{3E47E7C5-830C-BB0C-FDEB-FAECB4B9C3F2}"/>
          </ac:spMkLst>
        </pc:spChg>
        <pc:spChg chg="mod">
          <ac:chgData name="Lara-Aida Jopp" userId="a9e2f407ef8155ce" providerId="LiveId" clId="{EB93BFB5-76CE-54F8-BED3-523D13B8C2DE}" dt="2025-09-17T06:56:13.398" v="711" actId="14100"/>
          <ac:spMkLst>
            <pc:docMk/>
            <pc:sldMk cId="3698667368" sldId="264"/>
            <ac:spMk id="13" creationId="{3C3A8DF0-283C-6078-F3E0-E90C1874910A}"/>
          </ac:spMkLst>
        </pc:spChg>
      </pc:sldChg>
      <pc:sldChg chg="delSp modSp add mod">
        <pc:chgData name="Lara-Aida Jopp" userId="a9e2f407ef8155ce" providerId="LiveId" clId="{EB93BFB5-76CE-54F8-BED3-523D13B8C2DE}" dt="2025-09-24T08:26:40.993" v="780" actId="20577"/>
        <pc:sldMkLst>
          <pc:docMk/>
          <pc:sldMk cId="3595537991" sldId="265"/>
        </pc:sldMkLst>
        <pc:spChg chg="mod">
          <ac:chgData name="Lara-Aida Jopp" userId="a9e2f407ef8155ce" providerId="LiveId" clId="{EB93BFB5-76CE-54F8-BED3-523D13B8C2DE}" dt="2025-09-17T06:57:05.185" v="716" actId="255"/>
          <ac:spMkLst>
            <pc:docMk/>
            <pc:sldMk cId="3595537991" sldId="265"/>
            <ac:spMk id="10" creationId="{BEF574B0-AF18-70E5-4503-02AAFD212846}"/>
          </ac:spMkLst>
        </pc:spChg>
        <pc:spChg chg="mod">
          <ac:chgData name="Lara-Aida Jopp" userId="a9e2f407ef8155ce" providerId="LiveId" clId="{EB93BFB5-76CE-54F8-BED3-523D13B8C2DE}" dt="2025-09-24T08:26:40.993" v="780" actId="20577"/>
          <ac:spMkLst>
            <pc:docMk/>
            <pc:sldMk cId="3595537991" sldId="265"/>
            <ac:spMk id="13" creationId="{D3218632-999D-820F-BD4F-156719C0BC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FF8D5-07AF-794C-9522-33845F359C19}" type="datetimeFigureOut">
              <a:t>24.09.25</a:t>
            </a:fld>
            <a:endParaRPr lang="en-US"/>
          </a:p>
        </p:txBody>
      </p:sp>
      <p:sp>
        <p:nvSpPr>
          <p:cNvPr id="4" name="Folienbildplatzhalt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135201-C292-6C48-9F4C-F5283A0EF994}" type="slidenum">
              <a:t>‹Nr.›</a:t>
            </a:fld>
            <a:endParaRPr lang="en-US"/>
          </a:p>
        </p:txBody>
      </p:sp>
    </p:spTree>
    <p:extLst>
      <p:ext uri="{BB962C8B-B14F-4D97-AF65-F5344CB8AC3E}">
        <p14:creationId xmlns:p14="http://schemas.microsoft.com/office/powerpoint/2010/main" val="409326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68135201-C292-6C48-9F4C-F5283A0EF994}" type="slidenum">
              <a:t>1</a:t>
            </a:fld>
            <a:endParaRPr lang="en-US"/>
          </a:p>
        </p:txBody>
      </p:sp>
    </p:spTree>
    <p:extLst>
      <p:ext uri="{BB962C8B-B14F-4D97-AF65-F5344CB8AC3E}">
        <p14:creationId xmlns:p14="http://schemas.microsoft.com/office/powerpoint/2010/main" val="356729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EF08A-C3DB-B9AB-C0A5-52EF4855E4B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CF0034-6D2C-973D-8B40-B64E68A8265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85CA55C-57E3-4132-9C5E-744CC8BEC0DC}"/>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C3510DE3-B660-BCB9-BE08-0210A698BADF}"/>
              </a:ext>
            </a:extLst>
          </p:cNvPr>
          <p:cNvSpPr>
            <a:spLocks noGrp="1"/>
          </p:cNvSpPr>
          <p:nvPr>
            <p:ph type="sldNum" sz="quarter" idx="5"/>
          </p:nvPr>
        </p:nvSpPr>
        <p:spPr/>
        <p:txBody>
          <a:bodyPr/>
          <a:lstStyle/>
          <a:p>
            <a:fld id="{68135201-C292-6C48-9F4C-F5283A0EF994}" type="slidenum">
              <a:t>2</a:t>
            </a:fld>
            <a:endParaRPr lang="en-US"/>
          </a:p>
        </p:txBody>
      </p:sp>
    </p:spTree>
    <p:extLst>
      <p:ext uri="{BB962C8B-B14F-4D97-AF65-F5344CB8AC3E}">
        <p14:creationId xmlns:p14="http://schemas.microsoft.com/office/powerpoint/2010/main" val="2136861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F630D-9BEB-BDCF-7522-EDAEF6FBC6D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00BDA1-3EF2-B083-011F-98C6107BE7B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F797D28-61B6-37D2-6957-CC0813FE035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8DD00A87-D4DD-47E7-D6D9-12D636F62EC2}"/>
              </a:ext>
            </a:extLst>
          </p:cNvPr>
          <p:cNvSpPr>
            <a:spLocks noGrp="1"/>
          </p:cNvSpPr>
          <p:nvPr>
            <p:ph type="sldNum" sz="quarter" idx="5"/>
          </p:nvPr>
        </p:nvSpPr>
        <p:spPr/>
        <p:txBody>
          <a:bodyPr/>
          <a:lstStyle/>
          <a:p>
            <a:fld id="{68135201-C292-6C48-9F4C-F5283A0EF994}" type="slidenum">
              <a:t>3</a:t>
            </a:fld>
            <a:endParaRPr lang="en-US"/>
          </a:p>
        </p:txBody>
      </p:sp>
    </p:spTree>
    <p:extLst>
      <p:ext uri="{BB962C8B-B14F-4D97-AF65-F5344CB8AC3E}">
        <p14:creationId xmlns:p14="http://schemas.microsoft.com/office/powerpoint/2010/main" val="3530200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1353-87C0-E5A4-7BCD-2A757978215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5D4DD3-91CE-A324-DE02-72D7FA9555D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4178E35-44FC-AC5E-6E99-7E3B99A929F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BF32C5F2-33BF-8097-C62D-9C4AFA08EEF5}"/>
              </a:ext>
            </a:extLst>
          </p:cNvPr>
          <p:cNvSpPr>
            <a:spLocks noGrp="1"/>
          </p:cNvSpPr>
          <p:nvPr>
            <p:ph type="sldNum" sz="quarter" idx="5"/>
          </p:nvPr>
        </p:nvSpPr>
        <p:spPr/>
        <p:txBody>
          <a:bodyPr/>
          <a:lstStyle/>
          <a:p>
            <a:fld id="{68135201-C292-6C48-9F4C-F5283A0EF994}" type="slidenum">
              <a:t>4</a:t>
            </a:fld>
            <a:endParaRPr lang="en-US"/>
          </a:p>
        </p:txBody>
      </p:sp>
    </p:spTree>
    <p:extLst>
      <p:ext uri="{BB962C8B-B14F-4D97-AF65-F5344CB8AC3E}">
        <p14:creationId xmlns:p14="http://schemas.microsoft.com/office/powerpoint/2010/main" val="1939216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32448" y="1627426"/>
            <a:ext cx="6034405" cy="3462020"/>
          </a:xfrm>
        </p:spPr>
        <p:txBody>
          <a:bodyPr anchor="b"/>
          <a:lstStyle>
            <a:lvl1pPr algn="ctr">
              <a:defRPr sz="4658"/>
            </a:lvl1pPr>
          </a:lstStyle>
          <a:p>
            <a:r>
              <a:rPr lang="de-DE" dirty="0"/>
              <a:t>Mastertitelformat bearbeiten</a:t>
            </a:r>
            <a:endParaRPr lang="en-US" dirty="0"/>
          </a:p>
        </p:txBody>
      </p:sp>
      <p:sp>
        <p:nvSpPr>
          <p:cNvPr id="3" name="Subtitle 2"/>
          <p:cNvSpPr>
            <a:spLocks noGrp="1"/>
          </p:cNvSpPr>
          <p:nvPr>
            <p:ph type="subTitle" idx="1"/>
          </p:nvPr>
        </p:nvSpPr>
        <p:spPr>
          <a:xfrm>
            <a:off x="887413" y="5222955"/>
            <a:ext cx="5324475" cy="2400855"/>
          </a:xfrm>
        </p:spPr>
        <p:txBody>
          <a:bodyPr/>
          <a:lstStyle>
            <a:lvl1pPr marL="0" indent="0" algn="ctr">
              <a:buNone/>
              <a:defRPr sz="1863"/>
            </a:lvl1pPr>
            <a:lvl2pPr marL="354970" indent="0" algn="ctr">
              <a:buNone/>
              <a:defRPr sz="1553"/>
            </a:lvl2pPr>
            <a:lvl3pPr marL="709940" indent="0" algn="ctr">
              <a:buNone/>
              <a:defRPr sz="1398"/>
            </a:lvl3pPr>
            <a:lvl4pPr marL="1064910" indent="0" algn="ctr">
              <a:buNone/>
              <a:defRPr sz="1242"/>
            </a:lvl4pPr>
            <a:lvl5pPr marL="1419880" indent="0" algn="ctr">
              <a:buNone/>
              <a:defRPr sz="1242"/>
            </a:lvl5pPr>
            <a:lvl6pPr marL="1774850" indent="0" algn="ctr">
              <a:buNone/>
              <a:defRPr sz="1242"/>
            </a:lvl6pPr>
            <a:lvl7pPr marL="2129820" indent="0" algn="ctr">
              <a:buNone/>
              <a:defRPr sz="1242"/>
            </a:lvl7pPr>
            <a:lvl8pPr marL="2484791" indent="0" algn="ctr">
              <a:buNone/>
              <a:defRPr sz="1242"/>
            </a:lvl8pPr>
            <a:lvl9pPr marL="2839761" indent="0" algn="ctr">
              <a:buNone/>
              <a:defRPr sz="1242"/>
            </a:lvl9pPr>
          </a:lstStyle>
          <a:p>
            <a:r>
              <a:rPr lang="de-DE" dirty="0"/>
              <a:t>Master-Untertitelformat bearbeiten</a:t>
            </a:r>
            <a:endParaRPr lang="en-US" dirty="0"/>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952226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Content Placeholder 2"/>
          <p:cNvSpPr>
            <a:spLocks noGrp="1"/>
          </p:cNvSpPr>
          <p:nvPr>
            <p:ph idx="1"/>
          </p:nvPr>
        </p:nvSpPr>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756024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4380" y="2479122"/>
            <a:ext cx="6123146" cy="4136469"/>
          </a:xfrm>
        </p:spPr>
        <p:txBody>
          <a:bodyPr anchor="b"/>
          <a:lstStyle>
            <a:lvl1pPr>
              <a:defRPr sz="4658"/>
            </a:lvl1pPr>
          </a:lstStyle>
          <a:p>
            <a:r>
              <a:rPr lang="de-DE" dirty="0"/>
              <a:t>Mastertitelformat bearbeiten</a:t>
            </a:r>
            <a:endParaRPr lang="en-US" dirty="0"/>
          </a:p>
        </p:txBody>
      </p:sp>
      <p:sp>
        <p:nvSpPr>
          <p:cNvPr id="3" name="Text Placeholder 2"/>
          <p:cNvSpPr>
            <a:spLocks noGrp="1"/>
          </p:cNvSpPr>
          <p:nvPr>
            <p:ph type="body" idx="1"/>
          </p:nvPr>
        </p:nvSpPr>
        <p:spPr>
          <a:xfrm>
            <a:off x="484380" y="6654724"/>
            <a:ext cx="6123146" cy="2175271"/>
          </a:xfrm>
        </p:spPr>
        <p:txBody>
          <a:bodyPr/>
          <a:lstStyle>
            <a:lvl1pPr marL="0" indent="0">
              <a:buNone/>
              <a:defRPr sz="1863">
                <a:solidFill>
                  <a:schemeClr val="tx1">
                    <a:tint val="82000"/>
                  </a:schemeClr>
                </a:solidFill>
              </a:defRPr>
            </a:lvl1pPr>
            <a:lvl2pPr marL="354970" indent="0">
              <a:buNone/>
              <a:defRPr sz="1553">
                <a:solidFill>
                  <a:schemeClr val="tx1">
                    <a:tint val="82000"/>
                  </a:schemeClr>
                </a:solidFill>
              </a:defRPr>
            </a:lvl2pPr>
            <a:lvl3pPr marL="709940" indent="0">
              <a:buNone/>
              <a:defRPr sz="1398">
                <a:solidFill>
                  <a:schemeClr val="tx1">
                    <a:tint val="82000"/>
                  </a:schemeClr>
                </a:solidFill>
              </a:defRPr>
            </a:lvl3pPr>
            <a:lvl4pPr marL="1064910" indent="0">
              <a:buNone/>
              <a:defRPr sz="1242">
                <a:solidFill>
                  <a:schemeClr val="tx1">
                    <a:tint val="82000"/>
                  </a:schemeClr>
                </a:solidFill>
              </a:defRPr>
            </a:lvl4pPr>
            <a:lvl5pPr marL="1419880" indent="0">
              <a:buNone/>
              <a:defRPr sz="1242">
                <a:solidFill>
                  <a:schemeClr val="tx1">
                    <a:tint val="82000"/>
                  </a:schemeClr>
                </a:solidFill>
              </a:defRPr>
            </a:lvl5pPr>
            <a:lvl6pPr marL="1774850" indent="0">
              <a:buNone/>
              <a:defRPr sz="1242">
                <a:solidFill>
                  <a:schemeClr val="tx1">
                    <a:tint val="82000"/>
                  </a:schemeClr>
                </a:solidFill>
              </a:defRPr>
            </a:lvl6pPr>
            <a:lvl7pPr marL="2129820" indent="0">
              <a:buNone/>
              <a:defRPr sz="1242">
                <a:solidFill>
                  <a:schemeClr val="tx1">
                    <a:tint val="82000"/>
                  </a:schemeClr>
                </a:solidFill>
              </a:defRPr>
            </a:lvl7pPr>
            <a:lvl8pPr marL="2484791" indent="0">
              <a:buNone/>
              <a:defRPr sz="1242">
                <a:solidFill>
                  <a:schemeClr val="tx1">
                    <a:tint val="82000"/>
                  </a:schemeClr>
                </a:solidFill>
              </a:defRPr>
            </a:lvl8pPr>
            <a:lvl9pPr marL="2839761" indent="0">
              <a:buNone/>
              <a:defRPr sz="1242">
                <a:solidFill>
                  <a:schemeClr val="tx1">
                    <a:tint val="82000"/>
                  </a:schemeClr>
                </a:solidFill>
              </a:defRPr>
            </a:lvl9pPr>
          </a:lstStyle>
          <a:p>
            <a:pPr lvl="0"/>
            <a:r>
              <a:rPr lang="de-DE" dirty="0"/>
              <a:t>Mastertextformat bearbeiten</a:t>
            </a:r>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16197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Content Placeholder 2"/>
          <p:cNvSpPr>
            <a:spLocks noGrp="1"/>
          </p:cNvSpPr>
          <p:nvPr>
            <p:ph sz="half" idx="1"/>
          </p:nvPr>
        </p:nvSpPr>
        <p:spPr>
          <a:xfrm>
            <a:off x="488077" y="2647156"/>
            <a:ext cx="3017203" cy="630944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Content Placeholder 3"/>
          <p:cNvSpPr>
            <a:spLocks noGrp="1"/>
          </p:cNvSpPr>
          <p:nvPr>
            <p:ph sz="half" idx="2"/>
          </p:nvPr>
        </p:nvSpPr>
        <p:spPr>
          <a:xfrm>
            <a:off x="3594020" y="2647156"/>
            <a:ext cx="3017203" cy="630944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Date Placeholder 4"/>
          <p:cNvSpPr>
            <a:spLocks noGrp="1"/>
          </p:cNvSpPr>
          <p:nvPr>
            <p:ph type="dt" sz="half" idx="10"/>
          </p:nvPr>
        </p:nvSpPr>
        <p:spPr/>
        <p:txBody>
          <a:bodyPr/>
          <a:lstStyle/>
          <a:p>
            <a:fld id="{B6988924-A2AB-D743-97C9-919496A5C2C4}" type="datetimeFigureOut">
              <a:t>24.09.25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257752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89002" y="529434"/>
            <a:ext cx="6123146" cy="1922066"/>
          </a:xfrm>
        </p:spPr>
        <p:txBody>
          <a:bodyPr/>
          <a:lstStyle/>
          <a:p>
            <a:r>
              <a:rPr lang="de-DE" dirty="0"/>
              <a:t>Mastertitelformat bearbeiten</a:t>
            </a:r>
            <a:endParaRPr lang="en-US" dirty="0"/>
          </a:p>
        </p:txBody>
      </p:sp>
      <p:sp>
        <p:nvSpPr>
          <p:cNvPr id="3" name="Text Placeholder 2"/>
          <p:cNvSpPr>
            <a:spLocks noGrp="1"/>
          </p:cNvSpPr>
          <p:nvPr>
            <p:ph type="body" idx="1"/>
          </p:nvPr>
        </p:nvSpPr>
        <p:spPr>
          <a:xfrm>
            <a:off x="489002" y="2437687"/>
            <a:ext cx="3003336" cy="1194672"/>
          </a:xfrm>
        </p:spPr>
        <p:txBody>
          <a:bodyPr anchor="b"/>
          <a:lstStyle>
            <a:lvl1pPr marL="0" indent="0">
              <a:buNone/>
              <a:defRPr sz="1863" b="1"/>
            </a:lvl1pPr>
            <a:lvl2pPr marL="354970" indent="0">
              <a:buNone/>
              <a:defRPr sz="1553" b="1"/>
            </a:lvl2pPr>
            <a:lvl3pPr marL="709940" indent="0">
              <a:buNone/>
              <a:defRPr sz="1398" b="1"/>
            </a:lvl3pPr>
            <a:lvl4pPr marL="1064910" indent="0">
              <a:buNone/>
              <a:defRPr sz="1242" b="1"/>
            </a:lvl4pPr>
            <a:lvl5pPr marL="1419880" indent="0">
              <a:buNone/>
              <a:defRPr sz="1242" b="1"/>
            </a:lvl5pPr>
            <a:lvl6pPr marL="1774850" indent="0">
              <a:buNone/>
              <a:defRPr sz="1242" b="1"/>
            </a:lvl6pPr>
            <a:lvl7pPr marL="2129820" indent="0">
              <a:buNone/>
              <a:defRPr sz="1242" b="1"/>
            </a:lvl7pPr>
            <a:lvl8pPr marL="2484791" indent="0">
              <a:buNone/>
              <a:defRPr sz="1242" b="1"/>
            </a:lvl8pPr>
            <a:lvl9pPr marL="2839761" indent="0">
              <a:buNone/>
              <a:defRPr sz="1242" b="1"/>
            </a:lvl9pPr>
          </a:lstStyle>
          <a:p>
            <a:pPr lvl="0"/>
            <a:r>
              <a:rPr lang="de-DE" dirty="0"/>
              <a:t>Mastertextformat bearbeiten</a:t>
            </a:r>
          </a:p>
        </p:txBody>
      </p:sp>
      <p:sp>
        <p:nvSpPr>
          <p:cNvPr id="4" name="Content Placeholder 3"/>
          <p:cNvSpPr>
            <a:spLocks noGrp="1"/>
          </p:cNvSpPr>
          <p:nvPr>
            <p:ph sz="half" idx="2"/>
          </p:nvPr>
        </p:nvSpPr>
        <p:spPr>
          <a:xfrm>
            <a:off x="489002" y="3632359"/>
            <a:ext cx="3003336" cy="5342653"/>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Text Placeholder 4"/>
          <p:cNvSpPr>
            <a:spLocks noGrp="1"/>
          </p:cNvSpPr>
          <p:nvPr>
            <p:ph type="body" sz="quarter" idx="3"/>
          </p:nvPr>
        </p:nvSpPr>
        <p:spPr>
          <a:xfrm>
            <a:off x="3594021" y="2437687"/>
            <a:ext cx="3018127" cy="1194672"/>
          </a:xfrm>
        </p:spPr>
        <p:txBody>
          <a:bodyPr anchor="b"/>
          <a:lstStyle>
            <a:lvl1pPr marL="0" indent="0">
              <a:buNone/>
              <a:defRPr sz="1863" b="1"/>
            </a:lvl1pPr>
            <a:lvl2pPr marL="354970" indent="0">
              <a:buNone/>
              <a:defRPr sz="1553" b="1"/>
            </a:lvl2pPr>
            <a:lvl3pPr marL="709940" indent="0">
              <a:buNone/>
              <a:defRPr sz="1398" b="1"/>
            </a:lvl3pPr>
            <a:lvl4pPr marL="1064910" indent="0">
              <a:buNone/>
              <a:defRPr sz="1242" b="1"/>
            </a:lvl4pPr>
            <a:lvl5pPr marL="1419880" indent="0">
              <a:buNone/>
              <a:defRPr sz="1242" b="1"/>
            </a:lvl5pPr>
            <a:lvl6pPr marL="1774850" indent="0">
              <a:buNone/>
              <a:defRPr sz="1242" b="1"/>
            </a:lvl6pPr>
            <a:lvl7pPr marL="2129820" indent="0">
              <a:buNone/>
              <a:defRPr sz="1242" b="1"/>
            </a:lvl7pPr>
            <a:lvl8pPr marL="2484791" indent="0">
              <a:buNone/>
              <a:defRPr sz="1242" b="1"/>
            </a:lvl8pPr>
            <a:lvl9pPr marL="2839761" indent="0">
              <a:buNone/>
              <a:defRPr sz="1242" b="1"/>
            </a:lvl9pPr>
          </a:lstStyle>
          <a:p>
            <a:pPr lvl="0"/>
            <a:r>
              <a:rPr lang="de-DE" dirty="0"/>
              <a:t>Mastertextformat bearbeiten</a:t>
            </a:r>
          </a:p>
        </p:txBody>
      </p:sp>
      <p:sp>
        <p:nvSpPr>
          <p:cNvPr id="6" name="Content Placeholder 5"/>
          <p:cNvSpPr>
            <a:spLocks noGrp="1"/>
          </p:cNvSpPr>
          <p:nvPr>
            <p:ph sz="quarter" idx="4"/>
          </p:nvPr>
        </p:nvSpPr>
        <p:spPr>
          <a:xfrm>
            <a:off x="3594021" y="3632359"/>
            <a:ext cx="3018127" cy="5342653"/>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7" name="Date Placeholder 6"/>
          <p:cNvSpPr>
            <a:spLocks noGrp="1"/>
          </p:cNvSpPr>
          <p:nvPr>
            <p:ph type="dt" sz="half" idx="10"/>
          </p:nvPr>
        </p:nvSpPr>
        <p:spPr/>
        <p:txBody>
          <a:bodyPr/>
          <a:lstStyle/>
          <a:p>
            <a:fld id="{B6988924-A2AB-D743-97C9-919496A5C2C4}" type="datetimeFigureOut">
              <a:t>24.09.25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140031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Date Placeholder 2"/>
          <p:cNvSpPr>
            <a:spLocks noGrp="1"/>
          </p:cNvSpPr>
          <p:nvPr>
            <p:ph type="dt" sz="half" idx="10"/>
          </p:nvPr>
        </p:nvSpPr>
        <p:spPr/>
        <p:txBody>
          <a:bodyPr/>
          <a:lstStyle/>
          <a:p>
            <a:fld id="{B6988924-A2AB-D743-97C9-919496A5C2C4}" type="datetimeFigureOut">
              <a:t>24.09.25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4049989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988924-A2AB-D743-97C9-919496A5C2C4}" type="datetimeFigureOut">
              <a:t>24.09.25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448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9002" y="662940"/>
            <a:ext cx="2289709" cy="2320290"/>
          </a:xfrm>
        </p:spPr>
        <p:txBody>
          <a:bodyPr anchor="b"/>
          <a:lstStyle>
            <a:lvl1pPr>
              <a:defRPr sz="2484"/>
            </a:lvl1pPr>
          </a:lstStyle>
          <a:p>
            <a:r>
              <a:rPr lang="de-DE" dirty="0"/>
              <a:t>Mastertitelformat bearbeiten</a:t>
            </a:r>
            <a:endParaRPr lang="en-US" dirty="0"/>
          </a:p>
        </p:txBody>
      </p:sp>
      <p:sp>
        <p:nvSpPr>
          <p:cNvPr id="3" name="Content Placeholder 2"/>
          <p:cNvSpPr>
            <a:spLocks noGrp="1"/>
          </p:cNvSpPr>
          <p:nvPr>
            <p:ph idx="1"/>
          </p:nvPr>
        </p:nvSpPr>
        <p:spPr>
          <a:xfrm>
            <a:off x="3018127" y="1431769"/>
            <a:ext cx="3594021" cy="7066756"/>
          </a:xfrm>
        </p:spPr>
        <p:txBody>
          <a:bodyPr/>
          <a:lstStyle>
            <a:lvl1pPr>
              <a:defRPr sz="2484"/>
            </a:lvl1pPr>
            <a:lvl2pPr>
              <a:defRPr sz="2174"/>
            </a:lvl2pPr>
            <a:lvl3pPr>
              <a:defRPr sz="1863"/>
            </a:lvl3pPr>
            <a:lvl4pPr>
              <a:defRPr sz="1553"/>
            </a:lvl4pPr>
            <a:lvl5pPr>
              <a:defRPr sz="1553"/>
            </a:lvl5pPr>
            <a:lvl6pPr>
              <a:defRPr sz="1553"/>
            </a:lvl6pPr>
            <a:lvl7pPr>
              <a:defRPr sz="1553"/>
            </a:lvl7pPr>
            <a:lvl8pPr>
              <a:defRPr sz="1553"/>
            </a:lvl8pPr>
            <a:lvl9pPr>
              <a:defRPr sz="1553"/>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Text Placeholder 3"/>
          <p:cNvSpPr>
            <a:spLocks noGrp="1"/>
          </p:cNvSpPr>
          <p:nvPr>
            <p:ph type="body" sz="half" idx="2"/>
          </p:nvPr>
        </p:nvSpPr>
        <p:spPr>
          <a:xfrm>
            <a:off x="489002" y="2983230"/>
            <a:ext cx="2289709" cy="5526803"/>
          </a:xfrm>
        </p:spPr>
        <p:txBody>
          <a:bodyPr/>
          <a:lstStyle>
            <a:lvl1pPr marL="0" indent="0">
              <a:buNone/>
              <a:defRPr sz="1242"/>
            </a:lvl1pPr>
            <a:lvl2pPr marL="354970" indent="0">
              <a:buNone/>
              <a:defRPr sz="1087"/>
            </a:lvl2pPr>
            <a:lvl3pPr marL="709940" indent="0">
              <a:buNone/>
              <a:defRPr sz="932"/>
            </a:lvl3pPr>
            <a:lvl4pPr marL="1064910" indent="0">
              <a:buNone/>
              <a:defRPr sz="776"/>
            </a:lvl4pPr>
            <a:lvl5pPr marL="1419880" indent="0">
              <a:buNone/>
              <a:defRPr sz="776"/>
            </a:lvl5pPr>
            <a:lvl6pPr marL="1774850" indent="0">
              <a:buNone/>
              <a:defRPr sz="776"/>
            </a:lvl6pPr>
            <a:lvl7pPr marL="2129820" indent="0">
              <a:buNone/>
              <a:defRPr sz="776"/>
            </a:lvl7pPr>
            <a:lvl8pPr marL="2484791" indent="0">
              <a:buNone/>
              <a:defRPr sz="776"/>
            </a:lvl8pPr>
            <a:lvl9pPr marL="2839761" indent="0">
              <a:buNone/>
              <a:defRPr sz="776"/>
            </a:lvl9pPr>
          </a:lstStyle>
          <a:p>
            <a:pPr lvl="0"/>
            <a:r>
              <a:rPr lang="de-DE" dirty="0"/>
              <a:t>Mastertextformat bearbeiten</a:t>
            </a:r>
          </a:p>
        </p:txBody>
      </p:sp>
      <p:sp>
        <p:nvSpPr>
          <p:cNvPr id="5" name="Date Placeholder 4"/>
          <p:cNvSpPr>
            <a:spLocks noGrp="1"/>
          </p:cNvSpPr>
          <p:nvPr>
            <p:ph type="dt" sz="half" idx="10"/>
          </p:nvPr>
        </p:nvSpPr>
        <p:spPr/>
        <p:txBody>
          <a:bodyPr/>
          <a:lstStyle/>
          <a:p>
            <a:fld id="{B6988924-A2AB-D743-97C9-919496A5C2C4}" type="datetimeFigureOut">
              <a:t>24.09.25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82011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9002" y="662940"/>
            <a:ext cx="2289709" cy="2320290"/>
          </a:xfrm>
        </p:spPr>
        <p:txBody>
          <a:bodyPr anchor="b"/>
          <a:lstStyle>
            <a:lvl1pPr>
              <a:defRPr sz="2484"/>
            </a:lvl1pPr>
          </a:lstStyle>
          <a:p>
            <a:r>
              <a:rPr lang="de-DE" dirty="0"/>
              <a:t>Mastertitelformat bearbeiten</a:t>
            </a:r>
            <a:endParaRPr lang="en-US" dirty="0"/>
          </a:p>
        </p:txBody>
      </p:sp>
      <p:sp>
        <p:nvSpPr>
          <p:cNvPr id="3" name="Picture Placeholder 2"/>
          <p:cNvSpPr>
            <a:spLocks noGrp="1" noChangeAspect="1"/>
          </p:cNvSpPr>
          <p:nvPr>
            <p:ph type="pic" idx="1"/>
          </p:nvPr>
        </p:nvSpPr>
        <p:spPr>
          <a:xfrm>
            <a:off x="3018127" y="1431769"/>
            <a:ext cx="3594021" cy="7066756"/>
          </a:xfrm>
        </p:spPr>
        <p:txBody>
          <a:bodyPr anchor="t"/>
          <a:lstStyle>
            <a:lvl1pPr marL="0" indent="0">
              <a:buNone/>
              <a:defRPr sz="2484"/>
            </a:lvl1pPr>
            <a:lvl2pPr marL="354970" indent="0">
              <a:buNone/>
              <a:defRPr sz="2174"/>
            </a:lvl2pPr>
            <a:lvl3pPr marL="709940" indent="0">
              <a:buNone/>
              <a:defRPr sz="1863"/>
            </a:lvl3pPr>
            <a:lvl4pPr marL="1064910" indent="0">
              <a:buNone/>
              <a:defRPr sz="1553"/>
            </a:lvl4pPr>
            <a:lvl5pPr marL="1419880" indent="0">
              <a:buNone/>
              <a:defRPr sz="1553"/>
            </a:lvl5pPr>
            <a:lvl6pPr marL="1774850" indent="0">
              <a:buNone/>
              <a:defRPr sz="1553"/>
            </a:lvl6pPr>
            <a:lvl7pPr marL="2129820" indent="0">
              <a:buNone/>
              <a:defRPr sz="1553"/>
            </a:lvl7pPr>
            <a:lvl8pPr marL="2484791" indent="0">
              <a:buNone/>
              <a:defRPr sz="1553"/>
            </a:lvl8pPr>
            <a:lvl9pPr marL="2839761" indent="0">
              <a:buNone/>
              <a:defRPr sz="1553"/>
            </a:lvl9pPr>
          </a:lstStyle>
          <a:p>
            <a:r>
              <a:rPr lang="de-DE" dirty="0"/>
              <a:t>Bild durch Klicken auf Symbol hinzufügen</a:t>
            </a:r>
            <a:endParaRPr lang="en-US" dirty="0"/>
          </a:p>
        </p:txBody>
      </p:sp>
      <p:sp>
        <p:nvSpPr>
          <p:cNvPr id="4" name="Text Placeholder 3"/>
          <p:cNvSpPr>
            <a:spLocks noGrp="1"/>
          </p:cNvSpPr>
          <p:nvPr>
            <p:ph type="body" sz="half" idx="2"/>
          </p:nvPr>
        </p:nvSpPr>
        <p:spPr>
          <a:xfrm>
            <a:off x="489002" y="2983230"/>
            <a:ext cx="2289709" cy="5526803"/>
          </a:xfrm>
        </p:spPr>
        <p:txBody>
          <a:bodyPr/>
          <a:lstStyle>
            <a:lvl1pPr marL="0" indent="0">
              <a:buNone/>
              <a:defRPr sz="1242"/>
            </a:lvl1pPr>
            <a:lvl2pPr marL="354970" indent="0">
              <a:buNone/>
              <a:defRPr sz="1087"/>
            </a:lvl2pPr>
            <a:lvl3pPr marL="709940" indent="0">
              <a:buNone/>
              <a:defRPr sz="932"/>
            </a:lvl3pPr>
            <a:lvl4pPr marL="1064910" indent="0">
              <a:buNone/>
              <a:defRPr sz="776"/>
            </a:lvl4pPr>
            <a:lvl5pPr marL="1419880" indent="0">
              <a:buNone/>
              <a:defRPr sz="776"/>
            </a:lvl5pPr>
            <a:lvl6pPr marL="1774850" indent="0">
              <a:buNone/>
              <a:defRPr sz="776"/>
            </a:lvl6pPr>
            <a:lvl7pPr marL="2129820" indent="0">
              <a:buNone/>
              <a:defRPr sz="776"/>
            </a:lvl7pPr>
            <a:lvl8pPr marL="2484791" indent="0">
              <a:buNone/>
              <a:defRPr sz="776"/>
            </a:lvl8pPr>
            <a:lvl9pPr marL="2839761" indent="0">
              <a:buNone/>
              <a:defRPr sz="776"/>
            </a:lvl9pPr>
          </a:lstStyle>
          <a:p>
            <a:pPr lvl="0"/>
            <a:r>
              <a:rPr lang="de-DE" dirty="0"/>
              <a:t>Mastertextformat bearbeiten</a:t>
            </a:r>
          </a:p>
        </p:txBody>
      </p:sp>
      <p:sp>
        <p:nvSpPr>
          <p:cNvPr id="5" name="Date Placeholder 4"/>
          <p:cNvSpPr>
            <a:spLocks noGrp="1"/>
          </p:cNvSpPr>
          <p:nvPr>
            <p:ph type="dt" sz="half" idx="10"/>
          </p:nvPr>
        </p:nvSpPr>
        <p:spPr/>
        <p:txBody>
          <a:bodyPr/>
          <a:lstStyle/>
          <a:p>
            <a:fld id="{B6988924-A2AB-D743-97C9-919496A5C2C4}" type="datetimeFigureOut">
              <a:t>24.09.25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85665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567750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80437" y="529431"/>
            <a:ext cx="1530787" cy="8427165"/>
          </a:xfrm>
        </p:spPr>
        <p:txBody>
          <a:bodyPr vert="eaVert"/>
          <a:lstStyle/>
          <a:p>
            <a:r>
              <a:rPr lang="de-DE" dirty="0"/>
              <a:t>Mastertitelformat bearbeiten</a:t>
            </a:r>
            <a:endParaRPr lang="en-US" dirty="0"/>
          </a:p>
        </p:txBody>
      </p:sp>
      <p:sp>
        <p:nvSpPr>
          <p:cNvPr id="3" name="Vertical Text Placeholder 2"/>
          <p:cNvSpPr>
            <a:spLocks noGrp="1"/>
          </p:cNvSpPr>
          <p:nvPr>
            <p:ph type="body" orient="vert" idx="1"/>
          </p:nvPr>
        </p:nvSpPr>
        <p:spPr>
          <a:xfrm>
            <a:off x="488077" y="529431"/>
            <a:ext cx="4503618" cy="8427165"/>
          </a:xfrm>
        </p:spPr>
        <p:txBody>
          <a:bodyPr vert="eaVert"/>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09768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8077" y="529434"/>
            <a:ext cx="6123146" cy="1922066"/>
          </a:xfrm>
          <a:prstGeom prst="rect">
            <a:avLst/>
          </a:prstGeom>
        </p:spPr>
        <p:txBody>
          <a:bodyPr vert="horz" lIns="91440" tIns="45720" rIns="91440" bIns="45720" rtlCol="0" anchor="ctr">
            <a:normAutofit/>
          </a:bodyPr>
          <a:lstStyle/>
          <a:p>
            <a:r>
              <a:rPr lang="de-DE" dirty="0"/>
              <a:t>Mastertitelformat bearbeiten</a:t>
            </a:r>
            <a:endParaRPr lang="en-US" dirty="0"/>
          </a:p>
        </p:txBody>
      </p:sp>
      <p:sp>
        <p:nvSpPr>
          <p:cNvPr id="3" name="Text Placeholder 2"/>
          <p:cNvSpPr>
            <a:spLocks noGrp="1"/>
          </p:cNvSpPr>
          <p:nvPr>
            <p:ph type="body" idx="1"/>
          </p:nvPr>
        </p:nvSpPr>
        <p:spPr>
          <a:xfrm>
            <a:off x="488077" y="2647156"/>
            <a:ext cx="6123146" cy="6309440"/>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488077" y="9216710"/>
            <a:ext cx="1597343" cy="529431"/>
          </a:xfrm>
          <a:prstGeom prst="rect">
            <a:avLst/>
          </a:prstGeom>
        </p:spPr>
        <p:txBody>
          <a:bodyPr vert="horz" lIns="91440" tIns="45720" rIns="91440" bIns="45720" rtlCol="0" anchor="ctr"/>
          <a:lstStyle>
            <a:lvl1pPr algn="l">
              <a:defRPr sz="932">
                <a:solidFill>
                  <a:schemeClr val="tx1">
                    <a:tint val="82000"/>
                  </a:schemeClr>
                </a:solidFill>
              </a:defRPr>
            </a:lvl1pPr>
          </a:lstStyle>
          <a:p>
            <a:fld id="{B6988924-A2AB-D743-97C9-919496A5C2C4}" type="datetimeFigureOut">
              <a:t>24.09.25</a:t>
            </a:fld>
            <a:endParaRPr lang="en-US"/>
          </a:p>
        </p:txBody>
      </p:sp>
      <p:sp>
        <p:nvSpPr>
          <p:cNvPr id="5" name="Footer Placeholder 4"/>
          <p:cNvSpPr>
            <a:spLocks noGrp="1"/>
          </p:cNvSpPr>
          <p:nvPr>
            <p:ph type="ftr" sz="quarter" idx="3"/>
          </p:nvPr>
        </p:nvSpPr>
        <p:spPr>
          <a:xfrm>
            <a:off x="2351643" y="9216710"/>
            <a:ext cx="2396014" cy="529431"/>
          </a:xfrm>
          <a:prstGeom prst="rect">
            <a:avLst/>
          </a:prstGeom>
        </p:spPr>
        <p:txBody>
          <a:bodyPr vert="horz" lIns="91440" tIns="45720" rIns="91440" bIns="45720" rtlCol="0" anchor="ctr"/>
          <a:lstStyle>
            <a:lvl1pPr algn="ctr">
              <a:defRPr sz="93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013880" y="9216710"/>
            <a:ext cx="1597343" cy="529431"/>
          </a:xfrm>
          <a:prstGeom prst="rect">
            <a:avLst/>
          </a:prstGeom>
        </p:spPr>
        <p:txBody>
          <a:bodyPr vert="horz" lIns="91440" tIns="45720" rIns="91440" bIns="45720" rtlCol="0" anchor="ctr"/>
          <a:lstStyle>
            <a:lvl1pPr algn="r">
              <a:defRPr sz="932">
                <a:solidFill>
                  <a:schemeClr val="tx1">
                    <a:tint val="82000"/>
                  </a:schemeClr>
                </a:solidFill>
              </a:defRPr>
            </a:lvl1pPr>
          </a:lstStyle>
          <a:p>
            <a:fld id="{1ECFCD7E-C6C9-5841-859C-7F45A0868531}" type="slidenum">
              <a:t>‹Nr.›</a:t>
            </a:fld>
            <a:endParaRPr lang="en-US"/>
          </a:p>
        </p:txBody>
      </p:sp>
    </p:spTree>
    <p:extLst>
      <p:ext uri="{BB962C8B-B14F-4D97-AF65-F5344CB8AC3E}">
        <p14:creationId xmlns:p14="http://schemas.microsoft.com/office/powerpoint/2010/main" val="15004413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09940" rtl="0" eaLnBrk="1" latinLnBrk="0" hangingPunct="1">
        <a:lnSpc>
          <a:spcPct val="90000"/>
        </a:lnSpc>
        <a:spcBef>
          <a:spcPct val="0"/>
        </a:spcBef>
        <a:buNone/>
        <a:defRPr sz="3416" kern="1200">
          <a:solidFill>
            <a:schemeClr val="tx1"/>
          </a:solidFill>
          <a:latin typeface="+mj-lt"/>
          <a:ea typeface="+mj-ea"/>
          <a:cs typeface="+mj-cs"/>
        </a:defRPr>
      </a:lvl1pPr>
    </p:titleStyle>
    <p:bodyStyle>
      <a:lvl1pPr marL="177485" indent="-177485" algn="l" defTabSz="709940" rtl="0" eaLnBrk="1" latinLnBrk="0" hangingPunct="1">
        <a:lnSpc>
          <a:spcPct val="90000"/>
        </a:lnSpc>
        <a:spcBef>
          <a:spcPts val="776"/>
        </a:spcBef>
        <a:buFont typeface="Arial" panose="020B0604020202020204" pitchFamily="34" charset="0"/>
        <a:buChar char="•"/>
        <a:defRPr sz="2174" kern="1200">
          <a:solidFill>
            <a:schemeClr val="tx1"/>
          </a:solidFill>
          <a:latin typeface="+mn-lt"/>
          <a:ea typeface="+mn-ea"/>
          <a:cs typeface="+mn-cs"/>
        </a:defRPr>
      </a:lvl1pPr>
      <a:lvl2pPr marL="532455" indent="-177485" algn="l" defTabSz="709940" rtl="0" eaLnBrk="1" latinLnBrk="0" hangingPunct="1">
        <a:lnSpc>
          <a:spcPct val="90000"/>
        </a:lnSpc>
        <a:spcBef>
          <a:spcPts val="388"/>
        </a:spcBef>
        <a:buFont typeface="Arial" panose="020B0604020202020204" pitchFamily="34" charset="0"/>
        <a:buChar char="•"/>
        <a:defRPr sz="1863" kern="1200">
          <a:solidFill>
            <a:schemeClr val="tx1"/>
          </a:solidFill>
          <a:latin typeface="+mn-lt"/>
          <a:ea typeface="+mn-ea"/>
          <a:cs typeface="+mn-cs"/>
        </a:defRPr>
      </a:lvl2pPr>
      <a:lvl3pPr marL="887425" indent="-177485" algn="l" defTabSz="709940" rtl="0" eaLnBrk="1" latinLnBrk="0" hangingPunct="1">
        <a:lnSpc>
          <a:spcPct val="90000"/>
        </a:lnSpc>
        <a:spcBef>
          <a:spcPts val="388"/>
        </a:spcBef>
        <a:buFont typeface="Arial" panose="020B0604020202020204" pitchFamily="34" charset="0"/>
        <a:buChar char="•"/>
        <a:defRPr sz="1553" kern="1200">
          <a:solidFill>
            <a:schemeClr val="tx1"/>
          </a:solidFill>
          <a:latin typeface="+mn-lt"/>
          <a:ea typeface="+mn-ea"/>
          <a:cs typeface="+mn-cs"/>
        </a:defRPr>
      </a:lvl3pPr>
      <a:lvl4pPr marL="124239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4pPr>
      <a:lvl5pPr marL="159736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5pPr>
      <a:lvl6pPr marL="195233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6pPr>
      <a:lvl7pPr marL="230730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7pPr>
      <a:lvl8pPr marL="266227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8pPr>
      <a:lvl9pPr marL="301724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9pPr>
    </p:bodyStyle>
    <p:otherStyle>
      <a:defPPr>
        <a:defRPr lang="en-US"/>
      </a:defPPr>
      <a:lvl1pPr marL="0" algn="l" defTabSz="709940" rtl="0" eaLnBrk="1" latinLnBrk="0" hangingPunct="1">
        <a:defRPr sz="1398" kern="1200">
          <a:solidFill>
            <a:schemeClr val="tx1"/>
          </a:solidFill>
          <a:latin typeface="+mn-lt"/>
          <a:ea typeface="+mn-ea"/>
          <a:cs typeface="+mn-cs"/>
        </a:defRPr>
      </a:lvl1pPr>
      <a:lvl2pPr marL="354970" algn="l" defTabSz="709940" rtl="0" eaLnBrk="1" latinLnBrk="0" hangingPunct="1">
        <a:defRPr sz="1398" kern="1200">
          <a:solidFill>
            <a:schemeClr val="tx1"/>
          </a:solidFill>
          <a:latin typeface="+mn-lt"/>
          <a:ea typeface="+mn-ea"/>
          <a:cs typeface="+mn-cs"/>
        </a:defRPr>
      </a:lvl2pPr>
      <a:lvl3pPr marL="709940" algn="l" defTabSz="709940" rtl="0" eaLnBrk="1" latinLnBrk="0" hangingPunct="1">
        <a:defRPr sz="1398" kern="1200">
          <a:solidFill>
            <a:schemeClr val="tx1"/>
          </a:solidFill>
          <a:latin typeface="+mn-lt"/>
          <a:ea typeface="+mn-ea"/>
          <a:cs typeface="+mn-cs"/>
        </a:defRPr>
      </a:lvl3pPr>
      <a:lvl4pPr marL="1064910" algn="l" defTabSz="709940" rtl="0" eaLnBrk="1" latinLnBrk="0" hangingPunct="1">
        <a:defRPr sz="1398" kern="1200">
          <a:solidFill>
            <a:schemeClr val="tx1"/>
          </a:solidFill>
          <a:latin typeface="+mn-lt"/>
          <a:ea typeface="+mn-ea"/>
          <a:cs typeface="+mn-cs"/>
        </a:defRPr>
      </a:lvl4pPr>
      <a:lvl5pPr marL="1419880" algn="l" defTabSz="709940" rtl="0" eaLnBrk="1" latinLnBrk="0" hangingPunct="1">
        <a:defRPr sz="1398" kern="1200">
          <a:solidFill>
            <a:schemeClr val="tx1"/>
          </a:solidFill>
          <a:latin typeface="+mn-lt"/>
          <a:ea typeface="+mn-ea"/>
          <a:cs typeface="+mn-cs"/>
        </a:defRPr>
      </a:lvl5pPr>
      <a:lvl6pPr marL="1774850" algn="l" defTabSz="709940" rtl="0" eaLnBrk="1" latinLnBrk="0" hangingPunct="1">
        <a:defRPr sz="1398" kern="1200">
          <a:solidFill>
            <a:schemeClr val="tx1"/>
          </a:solidFill>
          <a:latin typeface="+mn-lt"/>
          <a:ea typeface="+mn-ea"/>
          <a:cs typeface="+mn-cs"/>
        </a:defRPr>
      </a:lvl6pPr>
      <a:lvl7pPr marL="2129820" algn="l" defTabSz="709940" rtl="0" eaLnBrk="1" latinLnBrk="0" hangingPunct="1">
        <a:defRPr sz="1398" kern="1200">
          <a:solidFill>
            <a:schemeClr val="tx1"/>
          </a:solidFill>
          <a:latin typeface="+mn-lt"/>
          <a:ea typeface="+mn-ea"/>
          <a:cs typeface="+mn-cs"/>
        </a:defRPr>
      </a:lvl7pPr>
      <a:lvl8pPr marL="2484791" algn="l" defTabSz="709940" rtl="0" eaLnBrk="1" latinLnBrk="0" hangingPunct="1">
        <a:defRPr sz="1398" kern="1200">
          <a:solidFill>
            <a:schemeClr val="tx1"/>
          </a:solidFill>
          <a:latin typeface="+mn-lt"/>
          <a:ea typeface="+mn-ea"/>
          <a:cs typeface="+mn-cs"/>
        </a:defRPr>
      </a:lvl8pPr>
      <a:lvl9pPr marL="2839761" algn="l" defTabSz="709940" rtl="0" eaLnBrk="1" latinLnBrk="0" hangingPunct="1">
        <a:defRPr sz="13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dbpedia.org/resource/Fascism_in_Europe" TargetMode="External"/><Relationship Id="rId3" Type="http://schemas.openxmlformats.org/officeDocument/2006/relationships/image" Target="../media/image1.png"/><Relationship Id="rId7" Type="http://schemas.openxmlformats.org/officeDocument/2006/relationships/hyperlink" Target="https://dbpedia.org/page/Treaty_of_Versaille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dbpedia.org/resource/Eastern_Front_(World_War_II)" TargetMode="External"/><Relationship Id="rId5" Type="http://schemas.openxmlformats.org/officeDocument/2006/relationships/hyperlink" Target="http://dbpedia.org/resource/World_War_II" TargetMode="External"/><Relationship Id="rId10" Type="http://schemas.openxmlformats.org/officeDocument/2006/relationships/image" Target="../media/image4.svg"/><Relationship Id="rId4" Type="http://schemas.openxmlformats.org/officeDocument/2006/relationships/image" Target="../media/image2.svg"/><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hyperlink" Target="http://dbpedia.org/resource/Battle_of_Stalingrad" TargetMode="External"/><Relationship Id="rId3" Type="http://schemas.openxmlformats.org/officeDocument/2006/relationships/image" Target="../media/image1.png"/><Relationship Id="rId7" Type="http://schemas.openxmlformats.org/officeDocument/2006/relationships/hyperlink" Target="http://dbpedia.org/resource/The_Holocaus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dbpedia.org/resource/Eastern_Front_(World_War_II)" TargetMode="External"/><Relationship Id="rId11" Type="http://schemas.openxmlformats.org/officeDocument/2006/relationships/image" Target="../media/image4.svg"/><Relationship Id="rId5" Type="http://schemas.openxmlformats.org/officeDocument/2006/relationships/hyperlink" Target="http://dbpedia.org/resource/World_War_II" TargetMode="External"/><Relationship Id="rId10"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hyperlink" Target="http://dbpedia.org/resource/European_theatre_of_World_War_II"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dbpedia.org/resource/Pact_of_Steel" TargetMode="External"/><Relationship Id="rId3" Type="http://schemas.openxmlformats.org/officeDocument/2006/relationships/image" Target="../media/image1.png"/><Relationship Id="rId7" Type="http://schemas.openxmlformats.org/officeDocument/2006/relationships/hyperlink" Target="http://dbpedia.org/resource/Allies_of_World_War_II"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dbpedia.org/resource/Axis_powers" TargetMode="External"/><Relationship Id="rId11" Type="http://schemas.openxmlformats.org/officeDocument/2006/relationships/image" Target="../media/image4.svg"/><Relationship Id="rId5" Type="http://schemas.openxmlformats.org/officeDocument/2006/relationships/hyperlink" Target="https://dbpedia.org/page/Axis_powers" TargetMode="External"/><Relationship Id="rId10"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hyperlink" Target="http://dbpedia.org/resource/Tripartite_Pact"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dbpedia.org/resource/Axis_Powers" TargetMode="External"/><Relationship Id="rId3" Type="http://schemas.openxmlformats.org/officeDocument/2006/relationships/image" Target="../media/image1.png"/><Relationship Id="rId7" Type="http://schemas.openxmlformats.org/officeDocument/2006/relationships/hyperlink" Target="http://dbpedia.org/resource/The_Holocaus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dbpedia.org/resource/Eastern_Front_(World_War_II)" TargetMode="External"/><Relationship Id="rId5" Type="http://schemas.openxmlformats.org/officeDocument/2006/relationships/hyperlink" Target="http://dbpedia.org/resource/Nazi_Germany" TargetMode="External"/><Relationship Id="rId10" Type="http://schemas.openxmlformats.org/officeDocument/2006/relationships/image" Target="../media/image4.svg"/><Relationship Id="rId4" Type="http://schemas.openxmlformats.org/officeDocument/2006/relationships/image" Target="../media/image2.sv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FC298291-2732-CC8E-F6A8-B3502A8CC2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55AEF08B-1CC2-BFA3-B26A-30A15CF458EC}"/>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Beschreibe die wichtigsten Ereignisse, die zum Zweiten Weltkrieg führten. </a:t>
            </a:r>
          </a:p>
        </p:txBody>
      </p:sp>
      <p:sp>
        <p:nvSpPr>
          <p:cNvPr id="13" name="Rechteckige Legende 12">
            <a:extLst>
              <a:ext uri="{FF2B5EF4-FFF2-40B4-BE49-F238E27FC236}">
                <a16:creationId xmlns:a16="http://schemas.microsoft.com/office/drawing/2014/main" id="{7D7AE346-B049-D9B0-970D-81601FC441FF}"/>
              </a:ext>
            </a:extLst>
          </p:cNvPr>
          <p:cNvSpPr/>
          <p:nvPr/>
        </p:nvSpPr>
        <p:spPr>
          <a:xfrm>
            <a:off x="1052622" y="827274"/>
            <a:ext cx="5077337" cy="7999092"/>
          </a:xfrm>
          <a:prstGeom prst="wedgeRectCallout">
            <a:avLst>
              <a:gd name="adj1" fmla="val -55022"/>
              <a:gd name="adj2" fmla="val -46022"/>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100">
                <a:solidFill>
                  <a:schemeClr val="tx1"/>
                </a:solidFill>
              </a:rPr>
              <a:t>Zunächst einmal war der Zweite Weltkrieg ein globaler Konflikt von 1939 bis 1945, an dem die meisten Staaten der Welt beteiligt waren, darunter alle Großmächte, die zwei gegensätzliche Militärbündnisse bildeten: die Alliierten und die Achsenmächte (</a:t>
            </a:r>
            <a:r>
              <a:rPr lang="de-DE" sz="11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100">
                <a:solidFill>
                  <a:schemeClr val="tx1"/>
                </a:solidFill>
              </a:rPr>
              <a:t>). Die Ursachen des Zweiten Weltkriegs sind komplex und umstritten, doch mehrere Schlüsselereignisse und -faktoren trugen zu seinem Ausbruch bei.</a:t>
            </a:r>
          </a:p>
          <a:p>
            <a:endParaRPr lang="de-DE" sz="1100">
              <a:solidFill>
                <a:schemeClr val="tx1"/>
              </a:solidFill>
            </a:endParaRPr>
          </a:p>
          <a:p>
            <a:r>
              <a:rPr lang="de-DE" sz="1100">
                <a:solidFill>
                  <a:schemeClr val="tx1"/>
                </a:solidFill>
              </a:rPr>
              <a:t>An erster Stelle sorgten die Nachwirkungen des Ersten Weltkriegs und der Versailler Vertrag für eine politische und wirtschaftliche Instabilität, insbesondere in Deutschland, was Verbitterung und den Aufstieg des Faschismus förderte. Der Aufstieg Adolf Hitlers und der NSDAP, die aggressiven Nationalismus und Militarisierung propagierten, war ein entscheidender Faktor. (</a:t>
            </a:r>
            <a:r>
              <a:rPr lang="de-DE" sz="11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100">
                <a:solidFill>
                  <a:schemeClr val="tx1"/>
                </a:solidFill>
              </a:rPr>
              <a:t>)</a:t>
            </a:r>
          </a:p>
          <a:p>
            <a:endParaRPr lang="de-DE" sz="1100">
              <a:solidFill>
                <a:schemeClr val="tx1"/>
              </a:solidFill>
            </a:endParaRPr>
          </a:p>
          <a:p>
            <a:r>
              <a:rPr lang="de-DE" sz="1100">
                <a:solidFill>
                  <a:schemeClr val="tx1"/>
                </a:solidFill>
              </a:rPr>
              <a:t>Zweitens kam es in den 1930er-Jahren zu mehreren aggressiven Handlungen, welche die Spannungen eskalieren ließen. Dazu gehörten der Zweite Italienisch-Äthiopische Krieg, der Spanische Bürgerkrieg und der Zweite Chinesisch-Japanische Krieg. Japan strebte danach, Asien und den Pazifik zu dominieren und befand sich ab 1937 im Krieg mit China. Deutschland verletzte den Versailler Vertrag durch Wiederaufrüstung und die Remilitarisierung von Gebieten wie dem Rheinland. (</a:t>
            </a:r>
            <a:r>
              <a:rPr lang="de-DE" sz="11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100">
                <a:solidFill>
                  <a:schemeClr val="tx1"/>
                </a:solidFill>
              </a:rPr>
              <a:t>)</a:t>
            </a:r>
          </a:p>
          <a:p>
            <a:endParaRPr lang="de-DE" sz="1100">
              <a:solidFill>
                <a:schemeClr val="tx1"/>
              </a:solidFill>
            </a:endParaRPr>
          </a:p>
          <a:p>
            <a:r>
              <a:rPr lang="de-DE" sz="1100">
                <a:solidFill>
                  <a:schemeClr val="tx1"/>
                </a:solidFill>
              </a:rPr>
              <a:t>Drittens ermutigten diplomatische Fehlschläge und eine appell-basierte Politik die Achsenmächte. So ermöglichten etwa der „Anschluss“ Österreichs und das Münchner Abkommen Deutschland, das Sudetenland von der Tschechoslowakei ohne militärischen Widerstand zu annektieren.</a:t>
            </a:r>
          </a:p>
          <a:p>
            <a:endParaRPr lang="de-DE" sz="1100">
              <a:solidFill>
                <a:schemeClr val="tx1"/>
              </a:solidFill>
            </a:endParaRPr>
          </a:p>
          <a:p>
            <a:r>
              <a:rPr lang="de-DE" sz="1100">
                <a:solidFill>
                  <a:schemeClr val="tx1"/>
                </a:solidFill>
              </a:rPr>
              <a:t>Schließlich war der unmittelbare Auslöser die deutsche Invasion Polens am 1. September 1939 gefolgt von dem Nazi-Sowjet-Pakt, der Osteuropa zwischen Deutschland und der Sowjetunion aufteilte. Diese Invasion veranlasste Großbritannien und Frankreich am 3. September 1939, Deutschland den Krieg zu erklären, womit der Zweite Weltkrieg offiziell begann. (</a:t>
            </a:r>
            <a:r>
              <a:rPr lang="de-DE" sz="11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100">
                <a:solidFill>
                  <a:schemeClr val="tx1"/>
                </a:solidFill>
              </a:rPr>
              <a:t>)</a:t>
            </a:r>
          </a:p>
          <a:p>
            <a:endParaRPr lang="de-DE" sz="1100">
              <a:solidFill>
                <a:schemeClr val="tx1"/>
              </a:solidFill>
            </a:endParaRPr>
          </a:p>
          <a:p>
            <a:r>
              <a:rPr lang="de-DE" sz="1100">
                <a:solidFill>
                  <a:schemeClr val="tx1"/>
                </a:solidFill>
              </a:rPr>
              <a:t>Im Kern umfassten die Schlüsselereignisse, die zum Zweiten Weltkrieg führten, die politische und wirtschaftliche Instabilität nach dem Ersten Weltkrieg, den Aufstieg faschistischer Regime, aggressive militärische Expansionen der Achsenmächte, gescheiterte diplomatische Bemühungen und die Invasion Polens, die den Krieg direkt auslöste.</a:t>
            </a:r>
          </a:p>
          <a:p>
            <a:endParaRPr lang="de-DE" sz="1100">
              <a:solidFill>
                <a:schemeClr val="tx1"/>
              </a:solidFill>
            </a:endParaRPr>
          </a:p>
          <a:p>
            <a:r>
              <a:rPr lang="de-DE" sz="1100">
                <a:solidFill>
                  <a:schemeClr val="tx1"/>
                </a:solidFill>
              </a:rPr>
              <a:t>Wenn du interessiert bist, hier sind weitere Themen, zu denen du mich nach zusätzlichen Informationen fragen kannst:</a:t>
            </a:r>
          </a:p>
          <a:p>
            <a:pPr marL="171450" lvl="0" indent="-171450">
              <a:buFont typeface="Arial" panose="020B0604020202020204" pitchFamily="34" charset="0"/>
              <a:buChar char="•"/>
            </a:pPr>
            <a:r>
              <a:rPr lang="de-DE" sz="1100">
                <a:solidFill>
                  <a:schemeClr val="tx1"/>
                </a:solidFill>
              </a:rPr>
              <a:t>Die Ostfront des Zweiten Weltkriegs (</a:t>
            </a:r>
            <a:r>
              <a:rPr lang="de-DE" sz="1100">
                <a:solidFill>
                  <a:schemeClr val="accent4"/>
                </a:solidFill>
                <a:hlinkClick r:id="rId6">
                  <a:extLst>
                    <a:ext uri="{A12FA001-AC4F-418D-AE19-62706E023703}">
                      <ahyp:hlinkClr xmlns:ahyp="http://schemas.microsoft.com/office/drawing/2018/hyperlinkcolor" val="tx"/>
                    </a:ext>
                  </a:extLst>
                </a:hlinkClick>
              </a:rPr>
              <a:t>http://dbpedia.org/resource/Eastern_Front_(World_War_II)</a:t>
            </a:r>
            <a:r>
              <a:rPr lang="de-DE" sz="1100">
                <a:solidFill>
                  <a:schemeClr val="tx1"/>
                </a:solidFill>
              </a:rPr>
              <a:t>)</a:t>
            </a:r>
          </a:p>
          <a:p>
            <a:pPr marL="171450" lvl="0" indent="-171450">
              <a:buFont typeface="Arial" panose="020B0604020202020204" pitchFamily="34" charset="0"/>
              <a:buChar char="•"/>
            </a:pPr>
            <a:r>
              <a:rPr lang="de-DE" sz="1100">
                <a:solidFill>
                  <a:schemeClr val="tx1"/>
                </a:solidFill>
              </a:rPr>
              <a:t>Der Versailler Vertrag (</a:t>
            </a:r>
            <a:r>
              <a:rPr lang="de-DE" sz="1100">
                <a:solidFill>
                  <a:schemeClr val="accent4"/>
                </a:solidFill>
                <a:hlinkClick r:id="rId7">
                  <a:extLst>
                    <a:ext uri="{A12FA001-AC4F-418D-AE19-62706E023703}">
                      <ahyp:hlinkClr xmlns:ahyp="http://schemas.microsoft.com/office/drawing/2018/hyperlinkcolor" val="tx"/>
                    </a:ext>
                  </a:extLst>
                </a:hlinkClick>
              </a:rPr>
              <a:t>https://dbpedia.org/page/Treaty_of_Versailles</a:t>
            </a:r>
            <a:r>
              <a:rPr lang="de-DE" sz="1100">
                <a:solidFill>
                  <a:schemeClr val="tx1"/>
                </a:solidFill>
              </a:rPr>
              <a:t>)</a:t>
            </a:r>
          </a:p>
          <a:p>
            <a:pPr marL="171450" lvl="0" indent="-171450">
              <a:buFont typeface="Arial" panose="020B0604020202020204" pitchFamily="34" charset="0"/>
              <a:buChar char="•"/>
            </a:pPr>
            <a:r>
              <a:rPr lang="de-DE" sz="1100">
                <a:solidFill>
                  <a:schemeClr val="tx1"/>
                </a:solidFill>
              </a:rPr>
              <a:t>Der Aufstieg des Faschismus in Europa (</a:t>
            </a:r>
            <a:r>
              <a:rPr lang="de-DE" sz="1100">
                <a:solidFill>
                  <a:schemeClr val="accent4"/>
                </a:solidFill>
                <a:hlinkClick r:id="rId8">
                  <a:extLst>
                    <a:ext uri="{A12FA001-AC4F-418D-AE19-62706E023703}">
                      <ahyp:hlinkClr xmlns:ahyp="http://schemas.microsoft.com/office/drawing/2018/hyperlinkcolor" val="tx"/>
                    </a:ext>
                  </a:extLst>
                </a:hlinkClick>
              </a:rPr>
              <a:t>http://dbpedia.org/resource/Fascism_in_Europe</a:t>
            </a:r>
            <a:r>
              <a:rPr lang="de-DE" sz="1100">
                <a:solidFill>
                  <a:schemeClr val="tx1"/>
                </a:solidFill>
              </a:rPr>
              <a:t>)</a:t>
            </a:r>
          </a:p>
        </p:txBody>
      </p:sp>
      <p:pic>
        <p:nvPicPr>
          <p:cNvPr id="41" name="Grafik 40" descr="Roboter mit einfarbiger Füllung">
            <a:extLst>
              <a:ext uri="{FF2B5EF4-FFF2-40B4-BE49-F238E27FC236}">
                <a16:creationId xmlns:a16="http://schemas.microsoft.com/office/drawing/2014/main" id="{584DB557-ECFC-DCE6-4C4B-7826D54A37F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2992061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E12E-CF87-0E61-DE2C-EBEFE84F4838}"/>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0BBAFDC2-EBB3-82E7-B34D-175D8723BB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1D904180-D2C5-021A-8984-8121EEC6911E}"/>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Wer waren die Kriegsparteien, und </a:t>
            </a:r>
            <a:br>
              <a:rPr lang="en-US" sz="1100">
                <a:solidFill>
                  <a:schemeClr val="tx1"/>
                </a:solidFill>
              </a:rPr>
            </a:br>
            <a:r>
              <a:rPr lang="en-US" sz="1100">
                <a:solidFill>
                  <a:schemeClr val="tx1"/>
                </a:solidFill>
              </a:rPr>
              <a:t>welche Motive hatten sie für den Kriegseintritt?</a:t>
            </a:r>
          </a:p>
        </p:txBody>
      </p:sp>
      <p:sp>
        <p:nvSpPr>
          <p:cNvPr id="13" name="Rechteckige Legende 12">
            <a:extLst>
              <a:ext uri="{FF2B5EF4-FFF2-40B4-BE49-F238E27FC236}">
                <a16:creationId xmlns:a16="http://schemas.microsoft.com/office/drawing/2014/main" id="{E99301C1-4124-3CA0-F752-42991C63B771}"/>
              </a:ext>
            </a:extLst>
          </p:cNvPr>
          <p:cNvSpPr/>
          <p:nvPr/>
        </p:nvSpPr>
        <p:spPr>
          <a:xfrm>
            <a:off x="1052622" y="827273"/>
            <a:ext cx="5077337" cy="7508205"/>
          </a:xfrm>
          <a:prstGeom prst="wedgeRectCallout">
            <a:avLst>
              <a:gd name="adj1" fmla="val -55210"/>
              <a:gd name="adj2" fmla="val -45766"/>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100">
                <a:solidFill>
                  <a:schemeClr val="tx1"/>
                </a:solidFill>
              </a:rPr>
              <a:t>Zunächst war der Zweite Weltkrieg ein globaler Konflikt von 1939 bis 1945, an dem die überwiegende Mehrheit der Staaten der Welt beteiligt war, darunter alle Großmächte, die zwei gegensätzliche Militärbündnisse bildeten: die Alliierten und die Achsenmächte (</a:t>
            </a:r>
            <a:r>
              <a:rPr lang="de-DE" sz="1100" u="sng">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100">
                <a:solidFill>
                  <a:schemeClr val="tx1"/>
                </a:solidFill>
              </a:rPr>
              <a:t>).</a:t>
            </a:r>
          </a:p>
          <a:p>
            <a:endParaRPr lang="de-DE" sz="1100">
              <a:solidFill>
                <a:schemeClr val="tx1"/>
              </a:solidFill>
            </a:endParaRPr>
          </a:p>
          <a:p>
            <a:r>
              <a:rPr lang="de-DE" sz="1100">
                <a:solidFill>
                  <a:schemeClr val="tx1"/>
                </a:solidFill>
              </a:rPr>
              <a:t>Erstens bestanden die Achsenmächte in erster Linie aus Deutschland, Italien und Japan. Ihre Motive für den Kriegseintritt umfassten territoriale Expansion und Vorherrschaft. Deutschland unter Adolf Hitler wollte den Versailler Vertrag revidieren, das deutsche Territorium erweitern und einen dominanten „arischen“ Staat errichten. Italien strebte den Aufbau eines neuen Römischen Reiches im Mittelmeerraum und in Afrika an. Japan wollte Asien und den Pazifik dominieren, Ressourcen sichern und sein Imperium ausweiten. (</a:t>
            </a:r>
            <a:r>
              <a:rPr lang="de-DE" sz="1100" u="sng">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100">
                <a:solidFill>
                  <a:schemeClr val="tx1"/>
                </a:solidFill>
              </a:rPr>
              <a:t>)</a:t>
            </a:r>
          </a:p>
          <a:p>
            <a:endParaRPr lang="de-DE" sz="1100">
              <a:solidFill>
                <a:schemeClr val="tx1"/>
              </a:solidFill>
            </a:endParaRPr>
          </a:p>
          <a:p>
            <a:r>
              <a:rPr lang="de-DE" sz="1100">
                <a:solidFill>
                  <a:schemeClr val="tx1"/>
                </a:solidFill>
              </a:rPr>
              <a:t>Zweitens umfassten die Alliierten das Vereinigte Königreich, die Sowjetunion, die Vereinigten Staaten, China und weitere Staaten. Ihre Motive waren, die aggressive Expansion der Achsenmächte zu stoppen, ihre eigenen Territorien zu verteidigen sowie Frieden und Stabilität wiederherzustellen. Das Vereinigte Königreich und Frankreich erklärten Deutschland nach dessen Überfall auf Polen 1939 den Krieg. Die Sowjetunion schloss sich den Alliierten an, nachdem sie 1941 von Deutschland überfallen worden war. Die Vereinigten Staaten traten nach dem japanischen Angriff auf Pearl Harbor 1941 in den Krieg ein. (</a:t>
            </a:r>
            <a:r>
              <a:rPr lang="de-DE" sz="1100" u="sng">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100">
                <a:solidFill>
                  <a:schemeClr val="tx1"/>
                </a:solidFill>
              </a:rPr>
              <a:t>)</a:t>
            </a:r>
          </a:p>
          <a:p>
            <a:endParaRPr lang="de-DE" sz="1100">
              <a:solidFill>
                <a:schemeClr val="tx1"/>
              </a:solidFill>
            </a:endParaRPr>
          </a:p>
          <a:p>
            <a:r>
              <a:rPr lang="de-DE" sz="1100">
                <a:solidFill>
                  <a:schemeClr val="tx1"/>
                </a:solidFill>
              </a:rPr>
              <a:t>Darüber hinaus war die Ostfront eine Hauptkriegszone zwischen den europäischen Achsenmächten und der Sowjetunion sowie Polen und anderen Alliierten. Diese Front war entscheidend für die Niederlage Nazideutschlands und forderte enorme Verluste an Menschenleben und Zerstörung. (</a:t>
            </a:r>
            <a:r>
              <a:rPr lang="de-DE" sz="1100" u="sng">
                <a:solidFill>
                  <a:schemeClr val="accent4"/>
                </a:solidFill>
                <a:hlinkClick r:id="rId6">
                  <a:extLst>
                    <a:ext uri="{A12FA001-AC4F-418D-AE19-62706E023703}">
                      <ahyp:hlinkClr xmlns:ahyp="http://schemas.microsoft.com/office/drawing/2018/hyperlinkcolor" val="tx"/>
                    </a:ext>
                  </a:extLst>
                </a:hlinkClick>
              </a:rPr>
              <a:t>http://dbpedia.org/resource/Eastern_Front_(World_War_II)</a:t>
            </a:r>
            <a:r>
              <a:rPr lang="de-DE" sz="1100">
                <a:solidFill>
                  <a:schemeClr val="tx1"/>
                </a:solidFill>
              </a:rPr>
              <a:t>)</a:t>
            </a:r>
          </a:p>
          <a:p>
            <a:endParaRPr lang="de-DE" sz="1100">
              <a:solidFill>
                <a:schemeClr val="tx1"/>
              </a:solidFill>
            </a:endParaRPr>
          </a:p>
          <a:p>
            <a:r>
              <a:rPr lang="de-DE" sz="1100">
                <a:solidFill>
                  <a:schemeClr val="tx1"/>
                </a:solidFill>
              </a:rPr>
              <a:t>Im Kern standen sich im Zweiten Weltkrieg die Achsenmächte (Deutschland, Italien, Japan), die territoriale Expansion und Vorherrschaft anstrebten, und die Alliierten (darunter UK, Sowjetunion, USA und China), die die Aggression der Achsenmächte stoppen und den Frieden wiederherstellen wollten, gegenüber (</a:t>
            </a:r>
            <a:r>
              <a:rPr lang="de-DE" sz="1100" u="sng">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100">
                <a:solidFill>
                  <a:schemeClr val="tx1"/>
                </a:solidFill>
              </a:rPr>
              <a:t>). Der Konflikt war geprägt von totalem Krieg mit massiver militärischer und ziviler Mobilisierung und führte zu beispiellosen Verlusten und geopolitischen Veränderungen.</a:t>
            </a:r>
          </a:p>
          <a:p>
            <a:endParaRPr lang="de-DE" sz="1100">
              <a:solidFill>
                <a:schemeClr val="tx1"/>
              </a:solidFill>
            </a:endParaRPr>
          </a:p>
          <a:p>
            <a:r>
              <a:rPr lang="de-DE" sz="1100">
                <a:solidFill>
                  <a:schemeClr val="tx1"/>
                </a:solidFill>
              </a:rPr>
              <a:t>Wenn du interessiert bist, hier sind weitere Themen, zu denen du mich nach zusätzlichen Informationen fragen kannst:</a:t>
            </a:r>
          </a:p>
          <a:p>
            <a:pPr marL="171450" lvl="0" indent="-171450">
              <a:buFont typeface="Arial" panose="020B0604020202020204" pitchFamily="34" charset="0"/>
              <a:buChar char="•"/>
            </a:pPr>
            <a:r>
              <a:rPr lang="de-DE" sz="1100">
                <a:solidFill>
                  <a:schemeClr val="tx1"/>
                </a:solidFill>
              </a:rPr>
              <a:t>Der Holocaust (</a:t>
            </a:r>
            <a:r>
              <a:rPr lang="de-DE" sz="1100" u="sng">
                <a:solidFill>
                  <a:schemeClr val="accent4"/>
                </a:solidFill>
                <a:hlinkClick r:id="rId7">
                  <a:extLst>
                    <a:ext uri="{A12FA001-AC4F-418D-AE19-62706E023703}">
                      <ahyp:hlinkClr xmlns:ahyp="http://schemas.microsoft.com/office/drawing/2018/hyperlinkcolor" val="tx"/>
                    </a:ext>
                  </a:extLst>
                </a:hlinkClick>
              </a:rPr>
              <a:t>http://dbpedia.org/resource/The_Holocaust</a:t>
            </a:r>
            <a:r>
              <a:rPr lang="de-DE" sz="1100">
                <a:solidFill>
                  <a:schemeClr val="tx1"/>
                </a:solidFill>
              </a:rPr>
              <a:t>)</a:t>
            </a:r>
          </a:p>
          <a:p>
            <a:pPr marL="171450" lvl="0" indent="-171450">
              <a:buFont typeface="Arial" panose="020B0604020202020204" pitchFamily="34" charset="0"/>
              <a:buChar char="•"/>
            </a:pPr>
            <a:r>
              <a:rPr lang="de-DE" sz="1100">
                <a:solidFill>
                  <a:schemeClr val="tx1"/>
                </a:solidFill>
              </a:rPr>
              <a:t>Schlacht von Stalingrad (</a:t>
            </a:r>
            <a:r>
              <a:rPr lang="de-DE" sz="1100" u="sng">
                <a:solidFill>
                  <a:schemeClr val="accent4"/>
                </a:solidFill>
                <a:hlinkClick r:id="rId8">
                  <a:extLst>
                    <a:ext uri="{A12FA001-AC4F-418D-AE19-62706E023703}">
                      <ahyp:hlinkClr xmlns:ahyp="http://schemas.microsoft.com/office/drawing/2018/hyperlinkcolor" val="tx"/>
                    </a:ext>
                  </a:extLst>
                </a:hlinkClick>
              </a:rPr>
              <a:t>http://dbpedia.org/resource/Battle_of_Stalingrad</a:t>
            </a:r>
            <a:r>
              <a:rPr lang="de-DE" sz="1100">
                <a:solidFill>
                  <a:schemeClr val="tx1"/>
                </a:solidFill>
              </a:rPr>
              <a:t>)</a:t>
            </a:r>
          </a:p>
          <a:p>
            <a:pPr marL="171450" lvl="0" indent="-171450">
              <a:buFont typeface="Arial" panose="020B0604020202020204" pitchFamily="34" charset="0"/>
              <a:buChar char="•"/>
            </a:pPr>
            <a:r>
              <a:rPr lang="de-DE" sz="1100">
                <a:solidFill>
                  <a:schemeClr val="tx1"/>
                </a:solidFill>
              </a:rPr>
              <a:t>Die europäischen Schauplätze des zweiten Weltkrieges (</a:t>
            </a:r>
            <a:r>
              <a:rPr lang="de-DE" sz="1100" u="sng">
                <a:solidFill>
                  <a:schemeClr val="accent4"/>
                </a:solidFill>
                <a:hlinkClick r:id="rId9">
                  <a:extLst>
                    <a:ext uri="{A12FA001-AC4F-418D-AE19-62706E023703}">
                      <ahyp:hlinkClr xmlns:ahyp="http://schemas.microsoft.com/office/drawing/2018/hyperlinkcolor" val="tx"/>
                    </a:ext>
                  </a:extLst>
                </a:hlinkClick>
              </a:rPr>
              <a:t>http://dbpedia.org/resource/European_theatre_of_World_War_II</a:t>
            </a:r>
            <a:r>
              <a:rPr lang="de-DE" sz="1100">
                <a:solidFill>
                  <a:schemeClr val="tx1"/>
                </a:solidFill>
              </a:rPr>
              <a:t>) </a:t>
            </a:r>
          </a:p>
        </p:txBody>
      </p:sp>
      <p:pic>
        <p:nvPicPr>
          <p:cNvPr id="41" name="Grafik 40" descr="Roboter mit einfarbiger Füllung">
            <a:extLst>
              <a:ext uri="{FF2B5EF4-FFF2-40B4-BE49-F238E27FC236}">
                <a16:creationId xmlns:a16="http://schemas.microsoft.com/office/drawing/2014/main" id="{D8FA993E-72CE-B0AD-9A56-642F87BB484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91780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CCD07-FB86-8FDF-1765-D88CF7F9FEEC}"/>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521FB44D-7B90-1B71-0162-52E81A22E8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3E47E7C5-830C-BB0C-FDEB-FAECB4B9C3F2}"/>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Erkläre mir genauer die Rolle der Achsenmächte </a:t>
            </a:r>
            <a:br>
              <a:rPr lang="en-US" sz="1100">
                <a:solidFill>
                  <a:schemeClr val="tx1"/>
                </a:solidFill>
              </a:rPr>
            </a:br>
            <a:r>
              <a:rPr lang="en-US" sz="1100">
                <a:solidFill>
                  <a:schemeClr val="tx1"/>
                </a:solidFill>
              </a:rPr>
              <a:t>– warum werden diese „Achsenmächte“ genannt? </a:t>
            </a:r>
          </a:p>
        </p:txBody>
      </p:sp>
      <p:sp>
        <p:nvSpPr>
          <p:cNvPr id="13" name="Rechteckige Legende 12">
            <a:extLst>
              <a:ext uri="{FF2B5EF4-FFF2-40B4-BE49-F238E27FC236}">
                <a16:creationId xmlns:a16="http://schemas.microsoft.com/office/drawing/2014/main" id="{3C3A8DF0-283C-6078-F3E0-E90C1874910A}"/>
              </a:ext>
            </a:extLst>
          </p:cNvPr>
          <p:cNvSpPr/>
          <p:nvPr/>
        </p:nvSpPr>
        <p:spPr>
          <a:xfrm>
            <a:off x="1052622" y="827276"/>
            <a:ext cx="5077337" cy="6314669"/>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100">
                <a:solidFill>
                  <a:schemeClr val="tx1"/>
                </a:solidFill>
              </a:rPr>
              <a:t>Die Achsenmächte, ursprünglich als Achse Rom–Berlin bezeichnet, waren eine Militärkoalition, die den Zweiten Weltkrieg initiierte und gegen die Alliierten kämpfte. Ihre Hauptmitglieder waren das nationalsozialistische Deutschland, das Königreich Italien und das Kaiserreich Japan. Der Begriff „Achse“ geht auf ein im Oktober 1936 von Deutschland und Italien unterzeichnetes Protokoll zurück, nach dem der italienische Führer Benito Mussolini erklärte, alle anderen europäischen Länder würden sich fortan um die Achse Rom–Berlin drehen; so wurde der Begriff „Achse“ zur Bezeichnung ihres Bündnisses geprägt. Dieses Bündnis wurde weiter gefestigt durch den Anti-Komintern-Pakt zwischen Deutschland und Japan, dem Italien später beitrat, sowie durch den „Stahlpakt“ von 1939, gefolgt vom Dreimächtepakt von 1940, der die militärischen Ziele Deutschlands, Italiens und Japans formell integrierte. (</a:t>
            </a:r>
            <a:r>
              <a:rPr lang="de-DE" sz="1100">
                <a:solidFill>
                  <a:schemeClr val="accent4"/>
                </a:solidFill>
                <a:hlinkClick r:id="rId5">
                  <a:extLst>
                    <a:ext uri="{A12FA001-AC4F-418D-AE19-62706E023703}">
                      <ahyp:hlinkClr xmlns:ahyp="http://schemas.microsoft.com/office/drawing/2018/hyperlinkcolor" val="tx"/>
                    </a:ext>
                  </a:extLst>
                </a:hlinkClick>
              </a:rPr>
              <a:t>https://dbpedia.org/page/Axis_powers</a:t>
            </a:r>
            <a:r>
              <a:rPr lang="de-DE" sz="1100">
                <a:solidFill>
                  <a:schemeClr val="tx1"/>
                </a:solidFill>
              </a:rPr>
              <a:t>)</a:t>
            </a:r>
          </a:p>
          <a:p>
            <a:endParaRPr lang="de-DE" sz="1100">
              <a:solidFill>
                <a:schemeClr val="tx1"/>
              </a:solidFill>
            </a:endParaRPr>
          </a:p>
          <a:p>
            <a:r>
              <a:rPr lang="de-DE" sz="1100">
                <a:solidFill>
                  <a:schemeClr val="tx1"/>
                </a:solidFill>
              </a:rPr>
              <a:t>Die Achsenmächte waren vor allem durch ihre Gegnerschaft zu den Alliierten geeint, verfügten jedoch nicht über starke Koordination und ideologische Geschlossenheit. Ihr Bündnis entstand aus diplomatischen Bemühungen, in der Mitte der 1930er-Jahre ihre jeweils spezifischen expansionistischen Interessen zu sichern. Auf ihrem Höhepunkt im Jahr 1942 kontrollierten die Achsenmächte große Teile Europas, Nordafrikas und Ostasiens durch Besetzung, Annexion oder Marionettenstaaten. Anders als die Alliierten hielten die Achsenmächte keine drei-parteien Gipfeltreffen ab, und ihre Zusammenarbeit war minimal; zwischen den Großmächten kam es mitunter zu Interessenkonflikten. Das Bündnis endete mit ihrer Niederlage im Jahr 1945. (</a:t>
            </a:r>
            <a:r>
              <a:rPr lang="de-DE" sz="1100">
                <a:solidFill>
                  <a:schemeClr val="accent4"/>
                </a:solidFill>
                <a:hlinkClick r:id="rId5">
                  <a:extLst>
                    <a:ext uri="{A12FA001-AC4F-418D-AE19-62706E023703}">
                      <ahyp:hlinkClr xmlns:ahyp="http://schemas.microsoft.com/office/drawing/2018/hyperlinkcolor" val="tx"/>
                    </a:ext>
                  </a:extLst>
                </a:hlinkClick>
              </a:rPr>
              <a:t>https://dbpedia.org/page/Axis_powers</a:t>
            </a:r>
            <a:r>
              <a:rPr lang="de-DE" sz="1100">
                <a:solidFill>
                  <a:schemeClr val="tx1"/>
                </a:solidFill>
              </a:rPr>
              <a:t>)</a:t>
            </a:r>
          </a:p>
          <a:p>
            <a:endParaRPr lang="de-DE" sz="1100">
              <a:solidFill>
                <a:schemeClr val="tx1"/>
              </a:solidFill>
            </a:endParaRPr>
          </a:p>
          <a:p>
            <a:r>
              <a:rPr lang="de-DE" sz="1100">
                <a:solidFill>
                  <a:schemeClr val="tx1"/>
                </a:solidFill>
              </a:rPr>
              <a:t>Zusammenfassend werden die Achsenmächte, Achsenmächte aufgrund der Vereinbarung zur „Achse Rom–Berlin“ genannt. Diese Achse symbolisierte die zentrale Linie, um die sich ihr Bündnis bildete; als Koalition gegen die Alliierten spielten sie eine zentrale Rolle bei der Einleitung und Führung des Zweiten Weltkriegs. (</a:t>
            </a:r>
            <a:r>
              <a:rPr lang="de-DE" sz="1100">
                <a:solidFill>
                  <a:schemeClr val="accent4"/>
                </a:solidFill>
                <a:hlinkClick r:id="rId6">
                  <a:extLst>
                    <a:ext uri="{A12FA001-AC4F-418D-AE19-62706E023703}">
                      <ahyp:hlinkClr xmlns:ahyp="http://schemas.microsoft.com/office/drawing/2018/hyperlinkcolor" val="tx"/>
                    </a:ext>
                  </a:extLst>
                </a:hlinkClick>
              </a:rPr>
              <a:t>http://dbpedia.org/resource/Axis_powers</a:t>
            </a:r>
            <a:r>
              <a:rPr lang="de-DE" sz="1100">
                <a:solidFill>
                  <a:schemeClr val="tx1"/>
                </a:solidFill>
              </a:rPr>
              <a:t>)</a:t>
            </a:r>
          </a:p>
          <a:p>
            <a:endParaRPr lang="de-DE" sz="1100">
              <a:solidFill>
                <a:schemeClr val="tx1"/>
              </a:solidFill>
            </a:endParaRPr>
          </a:p>
          <a:p>
            <a:r>
              <a:rPr lang="de-DE" sz="1100">
                <a:solidFill>
                  <a:schemeClr val="tx1"/>
                </a:solidFill>
              </a:rPr>
              <a:t>Wenn du interessiert bist, hier sind weitere Themen, zu denen du mich nach zusätzlichen Informationen fragen kannst:</a:t>
            </a:r>
          </a:p>
          <a:p>
            <a:pPr marL="171450" lvl="0" indent="-171450">
              <a:buFont typeface="Arial" panose="020B0604020202020204" pitchFamily="34" charset="0"/>
              <a:buChar char="•"/>
            </a:pPr>
            <a:r>
              <a:rPr lang="de-DE" sz="1100">
                <a:solidFill>
                  <a:schemeClr val="tx1"/>
                </a:solidFill>
              </a:rPr>
              <a:t>Die Alliierten des Zweiten Weltkriegs (</a:t>
            </a:r>
            <a:r>
              <a:rPr lang="de-DE" sz="1100">
                <a:solidFill>
                  <a:schemeClr val="accent4"/>
                </a:solidFill>
                <a:hlinkClick r:id="rId7">
                  <a:extLst>
                    <a:ext uri="{A12FA001-AC4F-418D-AE19-62706E023703}">
                      <ahyp:hlinkClr xmlns:ahyp="http://schemas.microsoft.com/office/drawing/2018/hyperlinkcolor" val="tx"/>
                    </a:ext>
                  </a:extLst>
                </a:hlinkClick>
              </a:rPr>
              <a:t>http://dbpedia.org/resource/Allies_of_World_War_II</a:t>
            </a:r>
            <a:r>
              <a:rPr lang="de-DE" sz="1100">
                <a:solidFill>
                  <a:schemeClr val="tx1"/>
                </a:solidFill>
              </a:rPr>
              <a:t>)</a:t>
            </a:r>
          </a:p>
          <a:p>
            <a:pPr marL="171450" lvl="0" indent="-171450">
              <a:buFont typeface="Arial" panose="020B0604020202020204" pitchFamily="34" charset="0"/>
              <a:buChar char="•"/>
            </a:pPr>
            <a:r>
              <a:rPr lang="de-DE" sz="1100">
                <a:solidFill>
                  <a:schemeClr val="tx1"/>
                </a:solidFill>
              </a:rPr>
              <a:t>Der Stahlpakt (</a:t>
            </a:r>
            <a:r>
              <a:rPr lang="de-DE" sz="1100">
                <a:solidFill>
                  <a:schemeClr val="accent4"/>
                </a:solidFill>
                <a:hlinkClick r:id="rId8">
                  <a:extLst>
                    <a:ext uri="{A12FA001-AC4F-418D-AE19-62706E023703}">
                      <ahyp:hlinkClr xmlns:ahyp="http://schemas.microsoft.com/office/drawing/2018/hyperlinkcolor" val="tx"/>
                    </a:ext>
                  </a:extLst>
                </a:hlinkClick>
              </a:rPr>
              <a:t>http://dbpedia.org/resource/Pact_of_Steel</a:t>
            </a:r>
            <a:r>
              <a:rPr lang="de-DE" sz="1100">
                <a:solidFill>
                  <a:schemeClr val="tx1"/>
                </a:solidFill>
              </a:rPr>
              <a:t>)</a:t>
            </a:r>
          </a:p>
          <a:p>
            <a:pPr marL="171450" lvl="0" indent="-171450">
              <a:buFont typeface="Arial" panose="020B0604020202020204" pitchFamily="34" charset="0"/>
              <a:buChar char="•"/>
            </a:pPr>
            <a:r>
              <a:rPr lang="de-DE" sz="1100">
                <a:solidFill>
                  <a:schemeClr val="tx1"/>
                </a:solidFill>
              </a:rPr>
              <a:t>Der Dreimächtepakt (</a:t>
            </a:r>
            <a:r>
              <a:rPr lang="de-DE" sz="1100">
                <a:solidFill>
                  <a:schemeClr val="accent4"/>
                </a:solidFill>
                <a:hlinkClick r:id="rId9">
                  <a:extLst>
                    <a:ext uri="{A12FA001-AC4F-418D-AE19-62706E023703}">
                      <ahyp:hlinkClr xmlns:ahyp="http://schemas.microsoft.com/office/drawing/2018/hyperlinkcolor" val="tx"/>
                    </a:ext>
                  </a:extLst>
                </a:hlinkClick>
              </a:rPr>
              <a:t>http://dbpedia.org/resource/Tripartite_Pact</a:t>
            </a:r>
            <a:r>
              <a:rPr lang="de-DE" sz="1100">
                <a:solidFill>
                  <a:schemeClr val="tx1"/>
                </a:solidFill>
              </a:rPr>
              <a:t>)</a:t>
            </a:r>
          </a:p>
        </p:txBody>
      </p:sp>
      <p:pic>
        <p:nvPicPr>
          <p:cNvPr id="41" name="Grafik 40" descr="Roboter mit einfarbiger Füllung">
            <a:extLst>
              <a:ext uri="{FF2B5EF4-FFF2-40B4-BE49-F238E27FC236}">
                <a16:creationId xmlns:a16="http://schemas.microsoft.com/office/drawing/2014/main" id="{2D4605BC-E8B1-51E9-FC46-B7F550D7DBE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3698667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639E-8002-8DFF-EEB3-1ECD22974620}"/>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FC07ED77-3D67-62D0-114D-A2F28F0D00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BEF574B0-AF18-70E5-4503-02AAFD212846}"/>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Warum wird Deutschland trotz der Existenz dieser Achsenmächte </a:t>
            </a:r>
          </a:p>
          <a:p>
            <a:pPr algn="ctr"/>
            <a:r>
              <a:rPr lang="en-US" sz="1100">
                <a:solidFill>
                  <a:schemeClr val="tx1"/>
                </a:solidFill>
              </a:rPr>
              <a:t>noch immer als der Hauptschuldige am Zweiten Weltkrieg angesehen? </a:t>
            </a:r>
          </a:p>
        </p:txBody>
      </p:sp>
      <p:sp>
        <p:nvSpPr>
          <p:cNvPr id="13" name="Rechteckige Legende 12">
            <a:extLst>
              <a:ext uri="{FF2B5EF4-FFF2-40B4-BE49-F238E27FC236}">
                <a16:creationId xmlns:a16="http://schemas.microsoft.com/office/drawing/2014/main" id="{D3218632-999D-820F-BD4F-156719C0BC35}"/>
              </a:ext>
            </a:extLst>
          </p:cNvPr>
          <p:cNvSpPr/>
          <p:nvPr/>
        </p:nvSpPr>
        <p:spPr>
          <a:xfrm>
            <a:off x="1052622" y="827275"/>
            <a:ext cx="5077337" cy="6998064"/>
          </a:xfrm>
          <a:prstGeom prst="wedgeRectCallout">
            <a:avLst>
              <a:gd name="adj1" fmla="val -55022"/>
              <a:gd name="adj2" fmla="val -43755"/>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100">
                <a:solidFill>
                  <a:schemeClr val="tx1"/>
                </a:solidFill>
              </a:rPr>
              <a:t>Zunächst einmal war Deutschland unter der nationalsozialistischen Herrschaft Adolf Hitlers der Hauptanstifter des Zweiten Weltkriegs – durch aggressive expansionistische Politiken und den Beginn der Feindseligkeiten mit dem Überfall auf Polen am 1. September 1939, der den Krieg in Europa direkt auslöste. Darüber hinaus handelte es sich beim NS-Staat um ein totalitäres Regime, das nahezu alle Lebensbereiche kontrollierte und eine Politik der Militarisierung, Wiederaufrüstung und territorialen Eroberung verfolgte, darunter die Annexion Österreichs und des Sudetenlands, was die Spannungen in Europa eskalieren ließ. (</a:t>
            </a:r>
            <a:r>
              <a:rPr lang="de-DE" sz="1100">
                <a:solidFill>
                  <a:schemeClr val="accent4"/>
                </a:solidFill>
                <a:hlinkClick r:id="rId5">
                  <a:extLst>
                    <a:ext uri="{A12FA001-AC4F-418D-AE19-62706E023703}">
                      <ahyp:hlinkClr xmlns:ahyp="http://schemas.microsoft.com/office/drawing/2018/hyperlinkcolor" val="tx"/>
                    </a:ext>
                  </a:extLst>
                </a:hlinkClick>
              </a:rPr>
              <a:t>http://dbpedia.org/resource/Nazi_Germany</a:t>
            </a:r>
            <a:r>
              <a:rPr lang="de-DE" sz="1100">
                <a:solidFill>
                  <a:schemeClr val="tx1"/>
                </a:solidFill>
              </a:rPr>
              <a:t>)</a:t>
            </a:r>
          </a:p>
          <a:p>
            <a:endParaRPr lang="de-DE" sz="1100">
              <a:solidFill>
                <a:schemeClr val="tx1"/>
              </a:solidFill>
            </a:endParaRPr>
          </a:p>
          <a:p>
            <a:r>
              <a:rPr lang="de-DE" sz="1100">
                <a:solidFill>
                  <a:schemeClr val="tx1"/>
                </a:solidFill>
              </a:rPr>
              <a:t>Zweitens markiert Deutschlands Rolle bei der Orchestrierung des Holocaust – des Völkermords an Millionen Jüdinnen und Juden sowie anderen Gruppen – das Land als in einzigartiger Weise schuldig an Kriegsverbrechen und Verbrechen gegen die Menschlichkeit während des Konflikts (</a:t>
            </a:r>
            <a:r>
              <a:rPr lang="de-DE" sz="1100">
                <a:solidFill>
                  <a:schemeClr val="accent4"/>
                </a:solidFill>
                <a:hlinkClick r:id="rId5">
                  <a:extLst>
                    <a:ext uri="{A12FA001-AC4F-418D-AE19-62706E023703}">
                      <ahyp:hlinkClr xmlns:ahyp="http://schemas.microsoft.com/office/drawing/2018/hyperlinkcolor" val="tx"/>
                    </a:ext>
                  </a:extLst>
                </a:hlinkClick>
              </a:rPr>
              <a:t>http://dbpedia.org/resource/Nazi_Germany</a:t>
            </a:r>
            <a:r>
              <a:rPr lang="de-DE" sz="1100">
                <a:solidFill>
                  <a:schemeClr val="tx1"/>
                </a:solidFill>
              </a:rPr>
              <a:t>). Dieser systematische, staatlich organisierte Genozid ist ein wesentlicher Grund dafür, dass Deutschland oft als Hauptschuldiger angesehen wird.</a:t>
            </a:r>
          </a:p>
          <a:p>
            <a:endParaRPr lang="de-DE" sz="1100">
              <a:solidFill>
                <a:schemeClr val="tx1"/>
              </a:solidFill>
            </a:endParaRPr>
          </a:p>
          <a:p>
            <a:r>
              <a:rPr lang="de-DE" sz="1100">
                <a:solidFill>
                  <a:schemeClr val="tx1"/>
                </a:solidFill>
              </a:rPr>
              <a:t>Drittens – obwohl auch andere Achsenmächte wie Italien und Japan aggressive Feldzüge führten – haben Deutschlands zentrale Rolle in Europa, die Initiierung des Krieges und das Ausmaß seiner Gräueltaten dazu geführt, dass es vorrangig mit der Schuld am Zweiten Weltkrieg in Verbindung gebracht wird. Die Ostfront, an der Deutschland gegen die Sowjetunion kämpfte und zahlreiche Kriegsverbrechen beging, war das größte und brutalste Kriegstheater und unterstreicht die zentrale Rolle Deutschlands zusätzlich (</a:t>
            </a:r>
            <a:r>
              <a:rPr lang="de-DE" sz="1100">
                <a:solidFill>
                  <a:schemeClr val="accent4"/>
                </a:solidFill>
                <a:hlinkClick r:id="rId6">
                  <a:extLst>
                    <a:ext uri="{A12FA001-AC4F-418D-AE19-62706E023703}">
                      <ahyp:hlinkClr xmlns:ahyp="http://schemas.microsoft.com/office/drawing/2018/hyperlinkcolor" val="tx"/>
                    </a:ext>
                  </a:extLst>
                </a:hlinkClick>
              </a:rPr>
              <a:t>http://dbpedia.org/resource/Eastern_Front_(World_War_II)</a:t>
            </a:r>
            <a:r>
              <a:rPr lang="de-DE" sz="1100">
                <a:solidFill>
                  <a:schemeClr val="tx1"/>
                </a:solidFill>
              </a:rPr>
              <a:t>).</a:t>
            </a:r>
          </a:p>
          <a:p>
            <a:endParaRPr lang="de-DE" sz="1100">
              <a:solidFill>
                <a:schemeClr val="tx1"/>
              </a:solidFill>
            </a:endParaRPr>
          </a:p>
          <a:p>
            <a:r>
              <a:rPr lang="de-DE" sz="1100">
                <a:solidFill>
                  <a:schemeClr val="tx1"/>
                </a:solidFill>
              </a:rPr>
              <a:t>Im Kern gilt Deutschland weiterhin als Hauptschuldiger am Zweiten Weltkrieg, weil es der primäre Aggressor war, der den Konflikt in Europa initiierte, ein brutales totalitäres Regime etablierte, das für weitreichende Gräueltaten einschließlich des Holocaust verantwortlich war, und weil es zentral für die Verwüstung des Kontinents war. Die Handlungen der anderen Achsenmächte, so bedeutsam sie auch waren, werden häufig im Kontext der dominanten Rolle Deutschlands beim Ausbruch und Verlauf des Krieges gesehen.</a:t>
            </a:r>
          </a:p>
          <a:p>
            <a:endParaRPr lang="de-DE" sz="1100">
              <a:solidFill>
                <a:schemeClr val="tx1"/>
              </a:solidFill>
            </a:endParaRPr>
          </a:p>
          <a:p>
            <a:r>
              <a:rPr lang="de-DE" sz="1100">
                <a:solidFill>
                  <a:schemeClr val="tx1"/>
                </a:solidFill>
              </a:rPr>
              <a:t>Wenn du interessiert bist, hier sind weitere Themen, zu denen du mich nach zusätzlichen Informationen fragen kannst:</a:t>
            </a:r>
          </a:p>
          <a:p>
            <a:pPr marL="171450" lvl="0" indent="-171450">
              <a:buFont typeface="Arial" panose="020B0604020202020204" pitchFamily="34" charset="0"/>
              <a:buChar char="•"/>
            </a:pPr>
            <a:r>
              <a:rPr lang="de-DE" sz="1100">
                <a:solidFill>
                  <a:schemeClr val="tx1"/>
                </a:solidFill>
              </a:rPr>
              <a:t>Der Holocaust (</a:t>
            </a:r>
            <a:r>
              <a:rPr lang="de-DE" sz="1100">
                <a:solidFill>
                  <a:schemeClr val="accent4"/>
                </a:solidFill>
                <a:hlinkClick r:id="rId7">
                  <a:extLst>
                    <a:ext uri="{A12FA001-AC4F-418D-AE19-62706E023703}">
                      <ahyp:hlinkClr xmlns:ahyp="http://schemas.microsoft.com/office/drawing/2018/hyperlinkcolor" val="tx"/>
                    </a:ext>
                  </a:extLst>
                </a:hlinkClick>
              </a:rPr>
              <a:t>http://dbpedia.org/resource/The_Holocaust</a:t>
            </a:r>
            <a:r>
              <a:rPr lang="de-DE" sz="1100">
                <a:solidFill>
                  <a:schemeClr val="tx1"/>
                </a:solidFill>
              </a:rPr>
              <a:t>)</a:t>
            </a:r>
          </a:p>
          <a:p>
            <a:pPr marL="171450" lvl="0" indent="-171450">
              <a:buFont typeface="Arial" panose="020B0604020202020204" pitchFamily="34" charset="0"/>
              <a:buChar char="•"/>
            </a:pPr>
            <a:r>
              <a:rPr lang="de-DE" sz="1100">
                <a:solidFill>
                  <a:schemeClr val="tx1"/>
                </a:solidFill>
              </a:rPr>
              <a:t>Achsenmächte (</a:t>
            </a:r>
            <a:r>
              <a:rPr lang="de-DE" sz="1100">
                <a:solidFill>
                  <a:schemeClr val="accent4"/>
                </a:solidFill>
                <a:hlinkClick r:id="rId8">
                  <a:extLst>
                    <a:ext uri="{A12FA001-AC4F-418D-AE19-62706E023703}">
                      <ahyp:hlinkClr xmlns:ahyp="http://schemas.microsoft.com/office/drawing/2018/hyperlinkcolor" val="tx"/>
                    </a:ext>
                  </a:extLst>
                </a:hlinkClick>
              </a:rPr>
              <a:t>http://dbpedia.org/resource/Axis_Powers</a:t>
            </a:r>
            <a:r>
              <a:rPr lang="de-DE" sz="1100">
                <a:solidFill>
                  <a:schemeClr val="tx1"/>
                </a:solidFill>
              </a:rPr>
              <a:t>)</a:t>
            </a:r>
          </a:p>
          <a:p>
            <a:pPr marL="171450" lvl="0" indent="-171450">
              <a:buFont typeface="Arial" panose="020B0604020202020204" pitchFamily="34" charset="0"/>
              <a:buChar char="•"/>
            </a:pPr>
            <a:r>
              <a:rPr lang="de-DE" sz="1100">
                <a:solidFill>
                  <a:schemeClr val="tx1"/>
                </a:solidFill>
              </a:rPr>
              <a:t>Ostfront (Zweiter Weltkrieg) (</a:t>
            </a:r>
            <a:r>
              <a:rPr lang="de-DE" sz="1100">
                <a:solidFill>
                  <a:schemeClr val="accent4"/>
                </a:solidFill>
                <a:hlinkClick r:id="rId6">
                  <a:extLst>
                    <a:ext uri="{A12FA001-AC4F-418D-AE19-62706E023703}">
                      <ahyp:hlinkClr xmlns:ahyp="http://schemas.microsoft.com/office/drawing/2018/hyperlinkcolor" val="tx"/>
                    </a:ext>
                  </a:extLst>
                </a:hlinkClick>
              </a:rPr>
              <a:t>http://dbpedia.org/resource/Eastern_Front_(World_War_II)</a:t>
            </a:r>
            <a:r>
              <a:rPr lang="de-DE" sz="1100">
                <a:solidFill>
                  <a:schemeClr val="tx1"/>
                </a:solidFill>
              </a:rPr>
              <a:t>)</a:t>
            </a:r>
          </a:p>
        </p:txBody>
      </p:sp>
      <p:pic>
        <p:nvPicPr>
          <p:cNvPr id="41" name="Grafik 40" descr="Roboter mit einfarbiger Füllung">
            <a:extLst>
              <a:ext uri="{FF2B5EF4-FFF2-40B4-BE49-F238E27FC236}">
                <a16:creationId xmlns:a16="http://schemas.microsoft.com/office/drawing/2014/main" id="{085EFC9C-377F-A3BA-527D-C0AB1BBD4B9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359553799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1836</Words>
  <Application>Microsoft Macintosh PowerPoint</Application>
  <PresentationFormat>Benutzerdefiniert</PresentationFormat>
  <Paragraphs>61</Paragraphs>
  <Slides>4</Slides>
  <Notes>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Aptos</vt:lpstr>
      <vt:lpstr>Aptos Display</vt:lpstr>
      <vt:lpstr>Arial</vt:lpstr>
      <vt:lpstr>Office</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Lara-Aida Jopp</dc:creator>
  <cp:lastModifiedBy>Lara-Aida Jopp</cp:lastModifiedBy>
  <cp:revision>1</cp:revision>
  <dcterms:created xsi:type="dcterms:W3CDTF">2025-09-15T16:08:46Z</dcterms:created>
  <dcterms:modified xsi:type="dcterms:W3CDTF">2025-09-24T08:26:45Z</dcterms:modified>
</cp:coreProperties>
</file>